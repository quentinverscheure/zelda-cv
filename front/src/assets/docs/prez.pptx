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91_7D81A727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modernComment_180_D01B668C.xml" ContentType="application/vnd.ms-powerpoint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4"/>
    <p:sldMasterId id="2147483688" r:id="rId5"/>
  </p:sldMasterIdLst>
  <p:notesMasterIdLst>
    <p:notesMasterId r:id="rId54"/>
  </p:notesMasterIdLst>
  <p:handoutMasterIdLst>
    <p:handoutMasterId r:id="rId55"/>
  </p:handoutMasterIdLst>
  <p:sldIdLst>
    <p:sldId id="256" r:id="rId6"/>
    <p:sldId id="345" r:id="rId7"/>
    <p:sldId id="347" r:id="rId8"/>
    <p:sldId id="401" r:id="rId9"/>
    <p:sldId id="344" r:id="rId10"/>
    <p:sldId id="346" r:id="rId11"/>
    <p:sldId id="364" r:id="rId12"/>
    <p:sldId id="365" r:id="rId13"/>
    <p:sldId id="318" r:id="rId14"/>
    <p:sldId id="383" r:id="rId15"/>
    <p:sldId id="367" r:id="rId16"/>
    <p:sldId id="405" r:id="rId17"/>
    <p:sldId id="368" r:id="rId18"/>
    <p:sldId id="370" r:id="rId19"/>
    <p:sldId id="369" r:id="rId20"/>
    <p:sldId id="374" r:id="rId21"/>
    <p:sldId id="371" r:id="rId22"/>
    <p:sldId id="372" r:id="rId23"/>
    <p:sldId id="260" r:id="rId24"/>
    <p:sldId id="375" r:id="rId25"/>
    <p:sldId id="378" r:id="rId26"/>
    <p:sldId id="379" r:id="rId27"/>
    <p:sldId id="376" r:id="rId28"/>
    <p:sldId id="381" r:id="rId29"/>
    <p:sldId id="377" r:id="rId30"/>
    <p:sldId id="402" r:id="rId31"/>
    <p:sldId id="384" r:id="rId32"/>
    <p:sldId id="400" r:id="rId33"/>
    <p:sldId id="385" r:id="rId34"/>
    <p:sldId id="387" r:id="rId35"/>
    <p:sldId id="406" r:id="rId36"/>
    <p:sldId id="386" r:id="rId37"/>
    <p:sldId id="388" r:id="rId38"/>
    <p:sldId id="389" r:id="rId39"/>
    <p:sldId id="390" r:id="rId40"/>
    <p:sldId id="403" r:id="rId41"/>
    <p:sldId id="363" r:id="rId42"/>
    <p:sldId id="391" r:id="rId43"/>
    <p:sldId id="392" r:id="rId44"/>
    <p:sldId id="404" r:id="rId45"/>
    <p:sldId id="394" r:id="rId46"/>
    <p:sldId id="397" r:id="rId47"/>
    <p:sldId id="396" r:id="rId48"/>
    <p:sldId id="398" r:id="rId49"/>
    <p:sldId id="399" r:id="rId50"/>
    <p:sldId id="359" r:id="rId51"/>
    <p:sldId id="282" r:id="rId52"/>
    <p:sldId id="269" r:id="rId5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CF0BAB1-1CBC-4BF7-9E8E-534667F6BD60}">
          <p14:sldIdLst>
            <p14:sldId id="256"/>
          </p14:sldIdLst>
        </p14:section>
        <p14:section name="Présentation" id="{7D918C01-C40E-453B-AD9B-58065BBFE2D8}">
          <p14:sldIdLst>
            <p14:sldId id="345"/>
            <p14:sldId id="347"/>
            <p14:sldId id="401"/>
            <p14:sldId id="344"/>
            <p14:sldId id="346"/>
            <p14:sldId id="364"/>
            <p14:sldId id="365"/>
            <p14:sldId id="318"/>
            <p14:sldId id="383"/>
            <p14:sldId id="367"/>
            <p14:sldId id="405"/>
            <p14:sldId id="368"/>
            <p14:sldId id="370"/>
            <p14:sldId id="369"/>
            <p14:sldId id="374"/>
            <p14:sldId id="371"/>
            <p14:sldId id="372"/>
            <p14:sldId id="260"/>
            <p14:sldId id="375"/>
            <p14:sldId id="378"/>
            <p14:sldId id="379"/>
            <p14:sldId id="376"/>
            <p14:sldId id="381"/>
            <p14:sldId id="377"/>
            <p14:sldId id="402"/>
            <p14:sldId id="384"/>
            <p14:sldId id="400"/>
            <p14:sldId id="385"/>
            <p14:sldId id="387"/>
            <p14:sldId id="406"/>
            <p14:sldId id="386"/>
            <p14:sldId id="388"/>
            <p14:sldId id="389"/>
            <p14:sldId id="390"/>
            <p14:sldId id="403"/>
            <p14:sldId id="363"/>
            <p14:sldId id="391"/>
            <p14:sldId id="392"/>
            <p14:sldId id="404"/>
            <p14:sldId id="394"/>
            <p14:sldId id="397"/>
            <p14:sldId id="396"/>
            <p14:sldId id="398"/>
            <p14:sldId id="399"/>
            <p14:sldId id="359"/>
          </p14:sldIdLst>
        </p14:section>
        <p14:section name="Questions" id="{217F09B5-E919-413C-830B-F4F792D93F1C}">
          <p14:sldIdLst>
            <p14:sldId id="282"/>
          </p14:sldIdLst>
        </p14:section>
        <p14:section name="FIN" id="{59761F24-B501-4486-A3C5-8E9926C7B0D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3DDAEE-172B-AC00-4C2A-0C0F4CD2A809}" name="Sophie LANDREAU" initials="SL" userId="S::sophie.landreau@viragegroup.com::7fe0c5e7-e207-4727-ac58-6c6f275b8a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58D"/>
    <a:srgbClr val="FFFFFF"/>
    <a:srgbClr val="F2F2F2"/>
    <a:srgbClr val="A2F8CF"/>
    <a:srgbClr val="ECECEC"/>
    <a:srgbClr val="FFB9B9"/>
    <a:srgbClr val="DD0031"/>
    <a:srgbClr val="7EA6E0"/>
    <a:srgbClr val="6666FF"/>
    <a:srgbClr val="9B9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34" autoAdjust="0"/>
    <p:restoredTop sz="82080" autoAdjust="0"/>
  </p:normalViewPr>
  <p:slideViewPr>
    <p:cSldViewPr snapToGrid="0">
      <p:cViewPr varScale="1">
        <p:scale>
          <a:sx n="92" d="100"/>
          <a:sy n="92" d="100"/>
        </p:scale>
        <p:origin x="59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/Relationships>
</file>

<file path=ppt/comments/modernComment_180_D01B668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1CD046-31AA-4D4A-BE2F-55A7D34DED6D}" authorId="{793DDAEE-172B-AC00-4C2A-0C0F4CD2A809}" created="2024-06-25T07:55:46.8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91456652" sldId="384"/>
      <ac:picMk id="20484" creationId="{583CB506-34F6-53A8-DC8E-3E6A491C4736}"/>
    </ac:deMkLst>
    <p188:txBody>
      <a:bodyPr/>
      <a:lstStyle/>
      <a:p>
        <a:r>
          <a:rPr lang="fr-FR"/>
          <a:t>Peut-être changer les screenshots comme il y a des chiffrages en nombre non entiers ?</a:t>
        </a:r>
      </a:p>
    </p188:txBody>
  </p188:cm>
</p188:cmLst>
</file>

<file path=ppt/comments/modernComment_191_7D81A7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52570E-8A72-4503-9427-550FBF66ADF7}" authorId="{793DDAEE-172B-AC00-4C2A-0C0F4CD2A809}" created="2024-06-25T07:49:56.8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5648935" sldId="401"/>
      <ac:picMk id="6" creationId="{AA001B50-ACA7-4002-2D7F-2E897E60E90F}"/>
    </ac:deMkLst>
    <p188:txBody>
      <a:bodyPr/>
      <a:lstStyle/>
      <a:p>
        <a:r>
          <a:rPr lang="fr-FR"/>
          <a:t>Je ne suis pas sûre que l'on puisse utiliser ce logo en public, ça serait plus sûr d'en choisir un autre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40A53C8-323F-64CE-EC1C-1F2FD19BCF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65C09E1-87CD-DECA-03CB-0CB0581115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C9B24-03DD-4A4C-B92D-5E26A69FDDE3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F3A6780-310C-CF3C-0AC7-999009C139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1DC4B8-9431-A0C4-581C-D4D17115D3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1BC2E-29A3-48C0-AB65-A7D09C6A5D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77187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2AB46-EBC9-444F-9EB5-3497E51DE3C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05088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4.svg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7520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842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Lire sans extrapoler</a:t>
            </a:r>
          </a:p>
          <a:p>
            <a:r>
              <a:rPr lang="fr-FR" dirty="0"/>
              <a:t>Ne pas parler des serveurs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6067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C53F4A-2BCF-8496-D701-920F3553BEB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1AFC5C4-693F-404E-B2F4-6C84BD3048E2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4673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2min30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5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E280A7-BAE5-3ECD-DFEC-9786F09A65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98E613-C3F5-4035-A3B2-DBEF1C6ED179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1888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premise = 3 bases de données + versionning à tenir à jour</a:t>
            </a:r>
          </a:p>
          <a:p>
            <a:r>
              <a:rPr lang="fr-FR" dirty="0"/>
              <a:t>Saas = versionning et maintenance du logiciel</a:t>
            </a:r>
          </a:p>
          <a:p>
            <a:r>
              <a:rPr lang="fr-FR" dirty="0"/>
              <a:t>Contraintes de l’hébergé et du client lourd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6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EA8AB3-5E8D-462D-0350-EE798582E38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46F231A-B733-429A-8DE3-CCD7D05DF6E2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819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Méthode agile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Daily en méthodologie Scrum avec Kanban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Bimensuel pokersizing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Code review des devs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Recette du produit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pleinement impliqué phases du cycle de vie du logiciel -&gt; maintenance (niveau 2) , surveillance des serveurs, estimation des tâches.</a:t>
            </a:r>
          </a:p>
          <a:p>
            <a:b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7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6A7135-0D03-5415-2D22-B7E34B7EE48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999DB7C-11E6-4A0E-AFD3-08F4CC932C19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764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Hibernate ORM (framework de mappage objet-relationnel)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Spring = framework, infrastructure pour dev appli</a:t>
            </a:r>
          </a:p>
          <a:p>
            <a:r>
              <a:rPr lang="fr-FR" dirty="0"/>
              <a:t>Instancier objets java (Inversion de contrôle (IoC))</a:t>
            </a:r>
          </a:p>
          <a:p>
            <a:r>
              <a:rPr lang="fr-FR" dirty="0"/>
              <a:t>Injection depandance (Injection de dépendances (DI))</a:t>
            </a:r>
          </a:p>
          <a:p>
            <a:endParaRPr lang="fr-FR" dirty="0"/>
          </a:p>
          <a:p>
            <a:r>
              <a:rPr lang="fr-FR" dirty="0"/>
              <a:t>Ngrx bibliotheque angular </a:t>
            </a:r>
          </a:p>
          <a:p>
            <a:r>
              <a:rPr lang="fr-FR" dirty="0"/>
              <a:t>pour la gestion d’etat = redux pour react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8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D5092D-1359-EB9E-6ACF-9C11574B637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2A90489-DBFA-4EF6-A66B-175D28304101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0935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10 mins</a:t>
            </a:r>
          </a:p>
          <a:p>
            <a:r>
              <a:rPr lang="fr-FR" dirty="0"/>
              <a:t>8 mins 34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CF4A-08E8-4EFB-8773-13FC0CB067C3}" type="slidenum">
              <a:rPr lang="fr-FR" smtClean="0"/>
              <a:t>9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7F9CC4-C0B0-7BDB-EB28-E0759F99665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1789CB5-AAD4-4CAC-8492-EEFDA1282041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1195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1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Project Monitor</a:t>
            </a:r>
          </a:p>
          <a:p>
            <a:pPr marL="342900" lvl="1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Ares -&gt; logs + screenshots stored in individual files directly on the test server</a:t>
            </a:r>
          </a:p>
          <a:p>
            <a:pPr marL="342900" lvl="1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internship project -&gt; redesigning this architecture</a:t>
            </a:r>
          </a:p>
          <a:p>
            <a:pPr marL="342900" lvl="1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Analyzing existing market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-&gt;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creating a new solution</a:t>
            </a:r>
          </a:p>
          <a:p>
            <a:pPr marL="342900" lvl="1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ElasticSearch as a database</a:t>
            </a:r>
          </a:p>
          <a:p>
            <a:pPr marL="342900"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Angular as front solution</a:t>
            </a:r>
          </a:p>
          <a:p>
            <a:pPr marL="342900"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Ares (nightly in JAVA)</a:t>
            </a:r>
          </a:p>
          <a:p>
            <a:pPr marL="342900" lvl="1"/>
            <a:endParaRPr lang="en-US" dirty="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715972" lvl="1" indent="0">
              <a:spcAft>
                <a:spcPts val="1200"/>
              </a:spcAft>
              <a:buSzPct val="80000"/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The project has three components:</a:t>
            </a:r>
          </a:p>
          <a:p>
            <a:pPr marL="985851" lvl="1" indent="-269879" fontAlgn="base">
              <a:spcAft>
                <a:spcPts val="1200"/>
              </a:spcAft>
              <a:buSzPct val="8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Modify Ares, the end-to-end software in JAVA.</a:t>
            </a:r>
          </a:p>
          <a:p>
            <a:pPr marL="985851" lvl="1" indent="-269879" fontAlgn="base">
              <a:spcAft>
                <a:spcPts val="1200"/>
              </a:spcAft>
              <a:buSzPct val="8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Install and configure the Elasticsearch database.</a:t>
            </a:r>
          </a:p>
          <a:p>
            <a:pPr marL="985851" lvl="1" indent="-269879" fontAlgn="base">
              <a:spcAft>
                <a:spcPts val="1200"/>
              </a:spcAft>
              <a:buSzPct val="8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Create the user interface in Angular.</a:t>
            </a:r>
          </a:p>
          <a:p>
            <a:pPr marL="342900" lvl="1"/>
            <a:endParaRPr lang="fr-FR" dirty="0">
              <a:sym typeface="Wingdings" panose="05000000000000000000" pitchFamily="2" charset="2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10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2F2B02-DF67-FCAA-E64B-CBA86E08B66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98D7E5-7BBF-4660-BE3B-B3FC4D4782CD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3719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5781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Diagramme d’activité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556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Détermination des phases par pokersizing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13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6FE6A2-7711-0FBE-4465-AB50F5AEA6C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D43C4FD-2EA4-4AA6-AB2B-9ACC917B2718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3682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15mins 30s</a:t>
            </a:r>
          </a:p>
          <a:p>
            <a:r>
              <a:rPr lang="fr-FR" dirty="0"/>
              <a:t>API java Elasticsearch et Angular (JSON)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14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0E9737-6F48-D79A-2DEB-7895878002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658DD52-A8BE-4B86-A945-FC86915C88B0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8189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13mins</a:t>
            </a:r>
          </a:p>
          <a:p>
            <a:r>
              <a:rPr lang="fr-FR" dirty="0">
                <a:sym typeface="Wingdings" panose="05000000000000000000" pitchFamily="2" charset="2"/>
              </a:rPr>
              <a:t>Diagramme de cas d’utilisation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15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BC82CC-2A7A-780A-7134-1B29D587E30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95E4B44-EF0A-4083-96A0-A237BD9C2085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8596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recherches en texte intégral, des analyses de données volumineuses, des logg, et bien plus encore.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16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9A1036-E3EA-7B46-1D59-8D257811235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F28BF2F-F51F-4DCF-BF1A-91AC83654BD8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4288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17 mins</a:t>
            </a:r>
          </a:p>
          <a:p>
            <a:r>
              <a:rPr lang="fr-FR" dirty="0"/>
              <a:t>Évolution de la maquette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17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628B39-F566-669B-E050-75A7F1E8C83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89B72F7-BF70-4A63-B391-53EB5CE29664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2747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18mins 30</a:t>
            </a:r>
          </a:p>
          <a:p>
            <a:r>
              <a:rPr lang="fr-FR" dirty="0"/>
              <a:t>navigation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18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1665E6-1350-964F-2E0F-28DD57157BA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A1E78DF-7911-41EA-B837-65736FB6273A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7257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19mins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4576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Choix du mapping -&gt; dev ares et envoie des données dès qu’un scénario est fini,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20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E08B4B-3E54-CA60-2373-4673008EDB2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77CE86-EA3B-4E33-9CFB-E969447DD8D7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51013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21mins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High-Level REST API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vers</a:t>
            </a:r>
            <a:r>
              <a:rPr lang="en-US" sz="12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 Java API Client </a:t>
            </a:r>
            <a:r>
              <a:rPr lang="en-US" sz="12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  <a:sym typeface="Wingdings" panose="05000000000000000000" pitchFamily="2" charset="2"/>
              </a:rPr>
              <a:t> recherche du candidat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21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6FFCCB-8562-DE86-34F8-31656484ADA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C33ADF-2157-4D98-8267-30EADE6A2E44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8675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High-Level REST API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vers</a:t>
            </a:r>
            <a:r>
              <a:rPr lang="en-US" sz="18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 Java API Client </a:t>
            </a:r>
            <a:r>
              <a:rPr lang="en-US" sz="18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  <a:sym typeface="Wingdings" panose="05000000000000000000" pitchFamily="2" charset="2"/>
              </a:rPr>
              <a:t> recherche du candidat</a:t>
            </a:r>
            <a:endParaRPr lang="fr-FR" sz="1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22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459DCD-744E-47DA-4EC9-A3AC5E04E8E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3C049EE-592D-491F-9178-B4267E147C57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12295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22mins 30s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23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BB0B92-AD98-CC7E-92E5-934907059EF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0D42072-5FEB-4F04-9E2F-8CE327480B83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6037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24mins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24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F910C2-0D5E-D981-EC78-0DE8B1A523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9AA0D14-AFA6-430F-A80A-9E4884C963A5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7084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25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E4A1B6-A5C5-11B1-1BE4-1D05C886BEE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3417AFD-7114-4E8F-A6E4-97BFD9705911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73728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25min 30s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26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A9CAA4-4583-B083-A550-1B6DC9B4682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1ACE8DD-B9B2-4E01-BE67-48EF0025DBDB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16558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27 mins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organisation agile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Poker Planning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itération priorité noté de 1 à 3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Kanban </a:t>
            </a:r>
          </a:p>
          <a:p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binôme revues de code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27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ABE809-4464-1198-9739-D8C34E1C4B5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6722CDE-7B7A-4127-A31F-FE7BC318EEB1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36888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8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28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D6F2CF-18F0-C339-5E6D-8420BEFD18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652879F-3C8C-4022-A7D8-8667E6248583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03468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32 mins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29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A35113-9F8E-A3C3-A359-FC77C85918C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B08ACB4-4BB2-4C98-85A0-C1692C47FF50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8464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30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4D6095-E3B6-5152-7804-8AF1D0232B3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CF7ECA4-6C59-4D53-BA07-650C4A1A5515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90552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31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4D6095-E3B6-5152-7804-8AF1D0232B3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CF7ECA4-6C59-4D53-BA07-650C4A1A5515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9398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32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120012-9286-226B-CE94-3924E15DC1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585AF50-1F93-4E88-84BA-D895E11FC40C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014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34 mins</a:t>
            </a:r>
          </a:p>
          <a:p>
            <a:endParaRPr lang="fr-FR" dirty="0"/>
          </a:p>
          <a:p>
            <a:r>
              <a:rPr lang="fr-FR" dirty="0"/>
              <a:t>Asynchrone, observable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33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C53C2F-CBBA-11C9-D7F4-7283924A357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750E12D-066F-4B92-BA1F-F18404671060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34929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34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EB21B7-5C8F-E3E7-54D2-D87B5AC3E09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AB91B90-1607-471F-A1DF-B580571B699C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57731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35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E08951-CA32-887D-9F5F-DBCADCCF1C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7516B44-BCB4-4319-979A-35B0F2A4E28B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08388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36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1A9CAA4-4583-B083-A550-1B6DC9B4682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1ACE8DD-B9B2-4E01-BE67-48EF0025DBDB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2310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35 min 30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57758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CRUD</a:t>
            </a:r>
          </a:p>
          <a:p>
            <a:r>
              <a:rPr lang="fr-FR" dirty="0"/>
              <a:t>Create Red Update Delete </a:t>
            </a:r>
          </a:p>
          <a:p>
            <a:r>
              <a:rPr lang="fr-FR" dirty="0"/>
              <a:t>Creation classes Dto Bean + converteur + tests unitaires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test -&gt; Mokito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38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BCC864-9E2E-78CB-8CAC-613F7B94045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4E8FE4E-0555-4566-8FDD-3E3B473EB16A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39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39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05DB8A-D72C-538A-A5E5-FBB4B000014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35CD71C-D26F-4C2D-B771-D5F805174765}" type="datetime10">
              <a:rPr lang="fr-FR" smtClean="0"/>
              <a:t>08:15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59790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40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05DB8A-D72C-538A-A5E5-FBB4B000014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35CD71C-D26F-4C2D-B771-D5F805174765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77929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41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D0E4AC-83A2-9E89-CA9A-53EB9807B4B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83F187A-8888-4BE8-9214-F3505FE2A912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89631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42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0483A1-00FD-8910-085B-B2C1CD0775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ADF2B8A-739F-4F2A-82D0-664079D183F1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90132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couche DAO = couche méthode CRUD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43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1C7E40-B5D1-8188-B139-D00EA25B0EA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B145FBD-007A-44C6-97EA-6D19BA88B224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38427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44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7447C7-FDCB-660E-D26A-4EF8DFB6E8A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A9059FF-F9B8-45B2-94DA-EF3365C20373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10356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45</a:t>
            </a:fld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492DF6-2D7C-47AB-1057-30477BCF103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42DECC8-A7E7-4F09-BBAD-075D169B4828}" type="datetime10">
              <a:rPr lang="fr-FR" smtClean="0"/>
              <a:t>07:34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83542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40 mins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2466D14-8B09-4613-9BF3-75223F315B00}" type="datetime10">
              <a:rPr lang="fr-FR" smtClean="0"/>
              <a:t>07:34</a:t>
            </a:fld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2AB46-EBC9-444F-9EB5-3497E51DE3C9}" type="slidenum">
              <a:rPr lang="fr-FR" smtClean="0"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909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svg"/><Relationship Id="rId9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svg"/><Relationship Id="rId7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2.jpeg"/><Relationship Id="rId4" Type="http://schemas.openxmlformats.org/officeDocument/2006/relationships/image" Target="../media/image9.emf"/><Relationship Id="rId9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emf"/><Relationship Id="rId4" Type="http://schemas.openxmlformats.org/officeDocument/2006/relationships/image" Target="../media/image16.svg"/><Relationship Id="rId9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emf"/><Relationship Id="rId4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emf"/><Relationship Id="rId4" Type="http://schemas.openxmlformats.org/officeDocument/2006/relationships/image" Target="../media/image16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emf"/><Relationship Id="rId4" Type="http://schemas.openxmlformats.org/officeDocument/2006/relationships/image" Target="../media/image16.svg"/><Relationship Id="rId9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emf"/><Relationship Id="rId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9.emf"/><Relationship Id="rId4" Type="http://schemas.openxmlformats.org/officeDocument/2006/relationships/image" Target="../media/image16.svg"/><Relationship Id="rId9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emf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1.svg"/><Relationship Id="rId3" Type="http://schemas.openxmlformats.org/officeDocument/2006/relationships/image" Target="../media/image9.emf"/><Relationship Id="rId21" Type="http://schemas.openxmlformats.org/officeDocument/2006/relationships/image" Target="../media/image33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image" Target="../media/image12.jpeg"/><Relationship Id="rId16" Type="http://schemas.openxmlformats.org/officeDocument/2006/relationships/image" Target="../media/image29.svg"/><Relationship Id="rId20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8.png"/><Relationship Id="rId23" Type="http://schemas.openxmlformats.org/officeDocument/2006/relationships/image" Target="../media/image35.svg"/><Relationship Id="rId10" Type="http://schemas.openxmlformats.org/officeDocument/2006/relationships/image" Target="../media/image24.png"/><Relationship Id="rId19" Type="http://schemas.openxmlformats.org/officeDocument/2006/relationships/hyperlink" Target="https://www.viragegroup.com/" TargetMode="External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hyperlink" Target="mailto:contact@viragegroup.com" TargetMode="External"/><Relationship Id="rId22" Type="http://schemas.openxmlformats.org/officeDocument/2006/relationships/image" Target="../media/image34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2.jpeg"/><Relationship Id="rId7" Type="http://schemas.openxmlformats.org/officeDocument/2006/relationships/image" Target="../media/image39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2.jpeg"/><Relationship Id="rId7" Type="http://schemas.openxmlformats.org/officeDocument/2006/relationships/image" Target="../media/image39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jpeg"/><Relationship Id="rId7" Type="http://schemas.openxmlformats.org/officeDocument/2006/relationships/image" Target="../media/image43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6.png"/><Relationship Id="rId11" Type="http://schemas.openxmlformats.org/officeDocument/2006/relationships/image" Target="../media/image42.png"/><Relationship Id="rId5" Type="http://schemas.openxmlformats.org/officeDocument/2006/relationships/image" Target="../media/image38.sv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jpeg"/><Relationship Id="rId7" Type="http://schemas.openxmlformats.org/officeDocument/2006/relationships/image" Target="../media/image43.png"/><Relationship Id="rId12" Type="http://schemas.openxmlformats.org/officeDocument/2006/relationships/image" Target="../media/image4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8.svg"/><Relationship Id="rId11" Type="http://schemas.openxmlformats.org/officeDocument/2006/relationships/image" Target="../media/image42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4.png"/><Relationship Id="rId3" Type="http://schemas.openxmlformats.org/officeDocument/2006/relationships/image" Target="../media/image12.jpeg"/><Relationship Id="rId7" Type="http://schemas.openxmlformats.org/officeDocument/2006/relationships/image" Target="../media/image45.png"/><Relationship Id="rId12" Type="http://schemas.openxmlformats.org/officeDocument/2006/relationships/image" Target="../media/image42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8.svg"/><Relationship Id="rId11" Type="http://schemas.openxmlformats.org/officeDocument/2006/relationships/image" Target="../media/image41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7D344AEF-553A-433F-9EF9-3CD40086A5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8904288" cy="49133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Cliquez pour insérer une image</a:t>
            </a:r>
          </a:p>
        </p:txBody>
      </p:sp>
      <p:sp>
        <p:nvSpPr>
          <p:cNvPr id="8" name="Espace réservé du titre 1">
            <a:extLst>
              <a:ext uri="{FF2B5EF4-FFF2-40B4-BE49-F238E27FC236}">
                <a16:creationId xmlns:a16="http://schemas.microsoft.com/office/drawing/2014/main" id="{7EA9A98F-97E7-40A0-AAD3-41D6C0770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430" y="2088405"/>
            <a:ext cx="3960000" cy="3960000"/>
          </a:xfrm>
          <a:prstGeom prst="roundRect">
            <a:avLst>
              <a:gd name="adj" fmla="val 6404"/>
            </a:avLst>
          </a:prstGeom>
          <a:solidFill>
            <a:srgbClr val="D0397F">
              <a:alpha val="89804"/>
            </a:srgb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rtlCol="0" anchor="b"/>
          <a:lstStyle>
            <a:lvl1pPr algn="ctr">
              <a:defRPr lang="fr-FR" sz="36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defTabSz="914411"/>
            <a:r>
              <a:rPr lang="fr-FR"/>
              <a:t>Titre Présentation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AAE98D5-A8F8-48A8-85D3-5223AA6EC2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4826000"/>
            <a:ext cx="7320173" cy="160867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" t="4762"/>
            </a:stretch>
          </a:blipFill>
        </p:spPr>
        <p:txBody>
          <a:bodyPr/>
          <a:lstStyle>
            <a:lvl1pPr marL="0" indent="0">
              <a:buFontTx/>
              <a:buNone/>
              <a:defRPr sz="40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575695CC-73CE-455E-8CEC-E9C18ED343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68450" y="5361516"/>
            <a:ext cx="4313238" cy="1095375"/>
          </a:xfrm>
          <a:noFill/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934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7D344AEF-553A-433F-9EF9-3CD40086A5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8904288" cy="49133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Cliquez pour insérer une image</a:t>
            </a:r>
          </a:p>
        </p:txBody>
      </p:sp>
      <p:sp>
        <p:nvSpPr>
          <p:cNvPr id="8" name="Espace réservé du titre 1">
            <a:extLst>
              <a:ext uri="{FF2B5EF4-FFF2-40B4-BE49-F238E27FC236}">
                <a16:creationId xmlns:a16="http://schemas.microsoft.com/office/drawing/2014/main" id="{7EA9A98F-97E7-40A0-AAD3-41D6C0770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430" y="2088405"/>
            <a:ext cx="3960000" cy="3960000"/>
          </a:xfrm>
          <a:prstGeom prst="roundRect">
            <a:avLst>
              <a:gd name="adj" fmla="val 6404"/>
            </a:avLst>
          </a:prstGeom>
          <a:solidFill>
            <a:srgbClr val="D0397F">
              <a:alpha val="89804"/>
            </a:srgb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rtlCol="0" anchor="b"/>
          <a:lstStyle>
            <a:lvl1pPr algn="ctr">
              <a:defRPr lang="fr-FR" sz="36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defTabSz="914411"/>
            <a:r>
              <a:rPr lang="fr-FR"/>
              <a:t>Titre Présentation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439A576B-BBBC-4DB4-B36B-3C90C7C3F3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413250" cy="4913313"/>
          </a:xfrm>
          <a:blipFill dpi="0" rotWithShape="1">
            <a:blip r:embed="rId2" cstate="screen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endParaRPr lang="fr-FR" dirty="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AAE98D5-A8F8-48A8-85D3-5223AA6EC21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4826000"/>
            <a:ext cx="7320173" cy="160867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0" t="4762"/>
            </a:stretch>
          </a:blipFill>
        </p:spPr>
        <p:txBody>
          <a:bodyPr/>
          <a:lstStyle>
            <a:lvl1pPr marL="0" indent="0">
              <a:buFontTx/>
              <a:buNone/>
              <a:defRPr sz="40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0C59DEFE-B7CC-4DF5-BDEB-D8242B78FE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68450" y="5361516"/>
            <a:ext cx="4313238" cy="1095375"/>
          </a:xfrm>
          <a:noFill/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403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23A9ABC-DCC6-43DC-9D50-CB3B01BE13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9772A707-37A7-4794-B42B-DDBA25B465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3" t="1889" b="-1"/>
          <a:stretch/>
        </p:blipFill>
        <p:spPr>
          <a:xfrm>
            <a:off x="0" y="1145117"/>
            <a:ext cx="6974041" cy="137151"/>
          </a:xfrm>
          <a:prstGeom prst="rect">
            <a:avLst/>
          </a:prstGeom>
        </p:spPr>
      </p:pic>
      <p:sp>
        <p:nvSpPr>
          <p:cNvPr id="11" name="Titre 5">
            <a:extLst>
              <a:ext uri="{FF2B5EF4-FFF2-40B4-BE49-F238E27FC236}">
                <a16:creationId xmlns:a16="http://schemas.microsoft.com/office/drawing/2014/main" id="{A4503C63-1AF9-4A5A-92C4-1F210362C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356" y="171450"/>
            <a:ext cx="11713250" cy="88964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/>
            </a:lvl1pPr>
          </a:lstStyle>
          <a:p>
            <a:r>
              <a:rPr lang="fr-FR"/>
              <a:t>Titre planche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9F44AF0-14F5-4DA0-B679-6B69FAFF7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462" y="1555750"/>
            <a:ext cx="11377351" cy="4972050"/>
          </a:xfrm>
          <a:prstGeom prst="rect">
            <a:avLst/>
          </a:prstGeom>
        </p:spPr>
        <p:txBody>
          <a:bodyPr/>
          <a:lstStyle>
            <a:lvl1pPr marL="447680" indent="-447680"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3000"/>
            </a:lvl1pPr>
            <a:lvl2pPr marL="985851" indent="-269879">
              <a:buSzPct val="80000"/>
              <a:buFontTx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/>
            </a:lvl2pPr>
            <a:lvl3pPr marL="1433531" indent="-268291">
              <a:buSzPct val="70000"/>
              <a:buFontTx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162B7F6-DA9E-45D7-B99F-9C794B5E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4"/>
            <a:ext cx="3623031" cy="28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2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C5541B9-5ACC-48EA-B7C5-81FF4B23A9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EF02982D-19E8-4555-B87C-5941D2AC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3" t="1889" b="-1"/>
          <a:stretch/>
        </p:blipFill>
        <p:spPr>
          <a:xfrm>
            <a:off x="0" y="1145117"/>
            <a:ext cx="6974041" cy="137151"/>
          </a:xfrm>
          <a:prstGeom prst="rect">
            <a:avLst/>
          </a:prstGeom>
        </p:spPr>
      </p:pic>
      <p:sp>
        <p:nvSpPr>
          <p:cNvPr id="9" name="Titre 5">
            <a:extLst>
              <a:ext uri="{FF2B5EF4-FFF2-40B4-BE49-F238E27FC236}">
                <a16:creationId xmlns:a16="http://schemas.microsoft.com/office/drawing/2014/main" id="{1AE1B9C4-E20E-4859-81F1-4ECA093FF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356" y="171450"/>
            <a:ext cx="11713250" cy="88964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/>
            </a:lvl1pPr>
          </a:lstStyle>
          <a:p>
            <a:r>
              <a:rPr lang="fr-FR"/>
              <a:t>Titre planche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445FA78-21D3-4BDA-9B61-E655DF2BC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5"/>
            <a:ext cx="3623031" cy="28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0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4030ED2-8152-4664-B081-4AE5ECA442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5946" y="1710268"/>
            <a:ext cx="6698430" cy="2130965"/>
          </a:xfrm>
          <a:prstGeom prst="rect">
            <a:avLst/>
          </a:prstGeom>
        </p:spPr>
        <p:txBody>
          <a:bodyPr wrap="square" anchor="b" anchorCtr="0">
            <a:normAutofit/>
          </a:bodyPr>
          <a:lstStyle>
            <a:lvl1pPr algn="l">
              <a:defRPr lang="fr-FR" sz="44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algn="l" defTabSz="914411"/>
            <a:r>
              <a:rPr lang="fr-FR"/>
              <a:t>Titre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9AD1DD7-FDFF-4CF6-9D94-C829623113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05B53F-020B-41BB-BFE3-4ECB8406B1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5" y="370076"/>
            <a:ext cx="3623031" cy="2882880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2E9106B7-7C00-4513-AC11-3EE4EDF8C6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7" t="485" r="-1"/>
          <a:stretch/>
        </p:blipFill>
        <p:spPr>
          <a:xfrm flipH="1">
            <a:off x="5011532" y="4022725"/>
            <a:ext cx="7180467" cy="14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94C37C04-40F3-4204-A6AC-19B97E0DBE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3" t="1889" b="-1"/>
          <a:stretch/>
        </p:blipFill>
        <p:spPr>
          <a:xfrm>
            <a:off x="0" y="1145117"/>
            <a:ext cx="6974041" cy="137151"/>
          </a:xfrm>
          <a:prstGeom prst="rect">
            <a:avLst/>
          </a:prstGeom>
        </p:spPr>
      </p:pic>
      <p:sp>
        <p:nvSpPr>
          <p:cNvPr id="10" name="Titre 5">
            <a:extLst>
              <a:ext uri="{FF2B5EF4-FFF2-40B4-BE49-F238E27FC236}">
                <a16:creationId xmlns:a16="http://schemas.microsoft.com/office/drawing/2014/main" id="{7E3274B7-54DE-438B-B674-F8B53EB3F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356" y="171450"/>
            <a:ext cx="11713250" cy="88964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/>
            </a:lvl1pPr>
          </a:lstStyle>
          <a:p>
            <a:r>
              <a:rPr lang="fr-FR"/>
              <a:t>Titre de la planche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1452573-DDD7-4940-9ACC-0E72C067A3A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A2818DE-0F1B-4222-BFC2-9496CFAF8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5"/>
            <a:ext cx="3623031" cy="2882880"/>
          </a:xfrm>
          <a:prstGeom prst="rect">
            <a:avLst/>
          </a:prstGeom>
        </p:spPr>
      </p:pic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B556530D-6C0B-4B41-A543-BD80A4EE3D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462" y="1555750"/>
            <a:ext cx="5261167" cy="4972050"/>
          </a:xfrm>
          <a:prstGeom prst="rect">
            <a:avLst/>
          </a:prstGeom>
        </p:spPr>
        <p:txBody>
          <a:bodyPr/>
          <a:lstStyle>
            <a:lvl1pPr marL="447680" indent="-44768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3000"/>
            </a:lvl1pPr>
            <a:lvl2pPr marL="985851" indent="-269879"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2pPr>
            <a:lvl3pPr marL="1433531" indent="-268291"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9E13D6-7C75-48AD-974B-930A7C5D57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7825" y="1600848"/>
            <a:ext cx="5261167" cy="4972050"/>
          </a:xfrm>
          <a:prstGeom prst="rect">
            <a:avLst/>
          </a:prstGeom>
        </p:spPr>
        <p:txBody>
          <a:bodyPr/>
          <a:lstStyle>
            <a:lvl1pPr marL="447680" indent="-44768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3000"/>
            </a:lvl1pPr>
            <a:lvl2pPr marL="985851" indent="-269879"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2pPr>
            <a:lvl3pPr marL="1433531" indent="-268291"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1027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5A59C5B2-B2C6-4D09-AA02-429F19E5B3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1899"/>
          <a:stretch/>
        </p:blipFill>
        <p:spPr>
          <a:xfrm>
            <a:off x="7334" y="4072298"/>
            <a:ext cx="2868210" cy="1025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E4C9A16-4EB9-4377-853D-5388A2ACC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08" y="2382363"/>
            <a:ext cx="2806136" cy="1600200"/>
          </a:xfrm>
          <a:prstGeom prst="rect">
            <a:avLst/>
          </a:prstGeom>
        </p:spPr>
        <p:txBody>
          <a:bodyPr anchor="b"/>
          <a:lstStyle>
            <a:lvl1pPr>
              <a:defRPr lang="fr-FR" sz="3000" b="1"/>
            </a:lvl1pPr>
          </a:lstStyle>
          <a:p>
            <a:pPr lvl="0" defTabSz="914400"/>
            <a:r>
              <a:rPr lang="fr-FR"/>
              <a:t>Titre planche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3EB1C385-1E08-40D6-A3C4-4ECA45C039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61644" y="291063"/>
            <a:ext cx="8468453" cy="6275873"/>
          </a:xfrm>
          <a:prstGeom prst="rect">
            <a:avLst/>
          </a:prstGeom>
        </p:spPr>
        <p:txBody>
          <a:bodyPr anchor="ctr"/>
          <a:lstStyle>
            <a:lvl1pPr marL="447680" indent="-44768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3000"/>
            </a:lvl1pPr>
            <a:lvl2pPr marL="985851" indent="-269879"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2pPr>
            <a:lvl3pPr marL="1433531" indent="-268291"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16182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5A59C5B2-B2C6-4D09-AA02-429F19E5B3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1899"/>
          <a:stretch/>
        </p:blipFill>
        <p:spPr>
          <a:xfrm>
            <a:off x="7334" y="4072298"/>
            <a:ext cx="2868210" cy="1025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E4C9A16-4EB9-4377-853D-5388A2ACC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08" y="2382363"/>
            <a:ext cx="2806136" cy="1600200"/>
          </a:xfrm>
          <a:prstGeom prst="rect">
            <a:avLst/>
          </a:prstGeom>
        </p:spPr>
        <p:txBody>
          <a:bodyPr anchor="b"/>
          <a:lstStyle>
            <a:lvl1pPr>
              <a:defRPr lang="fr-FR" sz="3000" b="1"/>
            </a:lvl1pPr>
          </a:lstStyle>
          <a:p>
            <a:pPr lvl="0" defTabSz="914400"/>
            <a:r>
              <a:rPr lang="fr-FR"/>
              <a:t>Titre planche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2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5A59C5B2-B2C6-4D09-AA02-429F19E5B3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1899"/>
          <a:stretch/>
        </p:blipFill>
        <p:spPr>
          <a:xfrm>
            <a:off x="7334" y="4072298"/>
            <a:ext cx="2868210" cy="1025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E4C9A16-4EB9-4377-853D-5388A2ACC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08" y="2382363"/>
            <a:ext cx="2806136" cy="1600200"/>
          </a:xfrm>
          <a:prstGeom prst="rect">
            <a:avLst/>
          </a:prstGeom>
        </p:spPr>
        <p:txBody>
          <a:bodyPr anchor="b"/>
          <a:lstStyle>
            <a:lvl1pPr>
              <a:defRPr lang="fr-FR" sz="3000" b="1"/>
            </a:lvl1pPr>
          </a:lstStyle>
          <a:p>
            <a:pPr lvl="0" defTabSz="914400"/>
            <a:r>
              <a:rPr lang="fr-FR"/>
              <a:t>Titre planche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sp>
        <p:nvSpPr>
          <p:cNvPr id="12" name="Espace réservé pour une image  10">
            <a:extLst>
              <a:ext uri="{FF2B5EF4-FFF2-40B4-BE49-F238E27FC236}">
                <a16:creationId xmlns:a16="http://schemas.microsoft.com/office/drawing/2014/main" id="{4BBFA754-5FD2-49B3-817A-704D3DE0F1B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30426" y="-14395"/>
            <a:ext cx="2276793" cy="6484291"/>
          </a:xfrm>
          <a:custGeom>
            <a:avLst/>
            <a:gdLst>
              <a:gd name="connsiteX0" fmla="*/ 0 w 2250091"/>
              <a:gd name="connsiteY0" fmla="*/ 284704 h 6453188"/>
              <a:gd name="connsiteX1" fmla="*/ 284704 w 2250091"/>
              <a:gd name="connsiteY1" fmla="*/ 0 h 6453188"/>
              <a:gd name="connsiteX2" fmla="*/ 1965387 w 2250091"/>
              <a:gd name="connsiteY2" fmla="*/ 0 h 6453188"/>
              <a:gd name="connsiteX3" fmla="*/ 2250091 w 2250091"/>
              <a:gd name="connsiteY3" fmla="*/ 284704 h 6453188"/>
              <a:gd name="connsiteX4" fmla="*/ 2250091 w 2250091"/>
              <a:gd name="connsiteY4" fmla="*/ 6168484 h 6453188"/>
              <a:gd name="connsiteX5" fmla="*/ 1965387 w 2250091"/>
              <a:gd name="connsiteY5" fmla="*/ 6453188 h 6453188"/>
              <a:gd name="connsiteX6" fmla="*/ 284704 w 2250091"/>
              <a:gd name="connsiteY6" fmla="*/ 6453188 h 6453188"/>
              <a:gd name="connsiteX7" fmla="*/ 0 w 2250091"/>
              <a:gd name="connsiteY7" fmla="*/ 6168484 h 6453188"/>
              <a:gd name="connsiteX8" fmla="*/ 0 w 2250091"/>
              <a:gd name="connsiteY8" fmla="*/ 284704 h 6453188"/>
              <a:gd name="connsiteX0" fmla="*/ 0 w 2250091"/>
              <a:gd name="connsiteY0" fmla="*/ 284704 h 6453188"/>
              <a:gd name="connsiteX1" fmla="*/ 284704 w 2250091"/>
              <a:gd name="connsiteY1" fmla="*/ 0 h 6453188"/>
              <a:gd name="connsiteX2" fmla="*/ 1965387 w 2250091"/>
              <a:gd name="connsiteY2" fmla="*/ 0 h 6453188"/>
              <a:gd name="connsiteX3" fmla="*/ 2250091 w 2250091"/>
              <a:gd name="connsiteY3" fmla="*/ 284704 h 6453188"/>
              <a:gd name="connsiteX4" fmla="*/ 2250091 w 2250091"/>
              <a:gd name="connsiteY4" fmla="*/ 6168484 h 6453188"/>
              <a:gd name="connsiteX5" fmla="*/ 1965387 w 2250091"/>
              <a:gd name="connsiteY5" fmla="*/ 6453188 h 6453188"/>
              <a:gd name="connsiteX6" fmla="*/ 284704 w 2250091"/>
              <a:gd name="connsiteY6" fmla="*/ 6453188 h 6453188"/>
              <a:gd name="connsiteX7" fmla="*/ 0 w 2250091"/>
              <a:gd name="connsiteY7" fmla="*/ 6168484 h 6453188"/>
              <a:gd name="connsiteX8" fmla="*/ 0 w 2250091"/>
              <a:gd name="connsiteY8" fmla="*/ 284704 h 6453188"/>
              <a:gd name="connsiteX0" fmla="*/ 0 w 2250091"/>
              <a:gd name="connsiteY0" fmla="*/ 544521 h 6713005"/>
              <a:gd name="connsiteX1" fmla="*/ 1965387 w 2250091"/>
              <a:gd name="connsiteY1" fmla="*/ 259817 h 6713005"/>
              <a:gd name="connsiteX2" fmla="*/ 2250091 w 2250091"/>
              <a:gd name="connsiteY2" fmla="*/ 544521 h 6713005"/>
              <a:gd name="connsiteX3" fmla="*/ 2250091 w 2250091"/>
              <a:gd name="connsiteY3" fmla="*/ 6428301 h 6713005"/>
              <a:gd name="connsiteX4" fmla="*/ 1965387 w 2250091"/>
              <a:gd name="connsiteY4" fmla="*/ 6713005 h 6713005"/>
              <a:gd name="connsiteX5" fmla="*/ 284704 w 2250091"/>
              <a:gd name="connsiteY5" fmla="*/ 6713005 h 6713005"/>
              <a:gd name="connsiteX6" fmla="*/ 0 w 2250091"/>
              <a:gd name="connsiteY6" fmla="*/ 6428301 h 6713005"/>
              <a:gd name="connsiteX7" fmla="*/ 0 w 2250091"/>
              <a:gd name="connsiteY7" fmla="*/ 544521 h 6713005"/>
              <a:gd name="connsiteX0" fmla="*/ 12700 w 2250091"/>
              <a:gd name="connsiteY0" fmla="*/ 456106 h 6912456"/>
              <a:gd name="connsiteX1" fmla="*/ 1965387 w 2250091"/>
              <a:gd name="connsiteY1" fmla="*/ 459268 h 6912456"/>
              <a:gd name="connsiteX2" fmla="*/ 2250091 w 2250091"/>
              <a:gd name="connsiteY2" fmla="*/ 743972 h 6912456"/>
              <a:gd name="connsiteX3" fmla="*/ 2250091 w 2250091"/>
              <a:gd name="connsiteY3" fmla="*/ 6627752 h 6912456"/>
              <a:gd name="connsiteX4" fmla="*/ 1965387 w 2250091"/>
              <a:gd name="connsiteY4" fmla="*/ 6912456 h 6912456"/>
              <a:gd name="connsiteX5" fmla="*/ 284704 w 2250091"/>
              <a:gd name="connsiteY5" fmla="*/ 6912456 h 6912456"/>
              <a:gd name="connsiteX6" fmla="*/ 0 w 2250091"/>
              <a:gd name="connsiteY6" fmla="*/ 6627752 h 6912456"/>
              <a:gd name="connsiteX7" fmla="*/ 12700 w 2250091"/>
              <a:gd name="connsiteY7" fmla="*/ 456106 h 6912456"/>
              <a:gd name="connsiteX0" fmla="*/ 12700 w 2250091"/>
              <a:gd name="connsiteY0" fmla="*/ 622407 h 7078757"/>
              <a:gd name="connsiteX1" fmla="*/ 2250091 w 2250091"/>
              <a:gd name="connsiteY1" fmla="*/ 910273 h 7078757"/>
              <a:gd name="connsiteX2" fmla="*/ 2250091 w 2250091"/>
              <a:gd name="connsiteY2" fmla="*/ 6794053 h 7078757"/>
              <a:gd name="connsiteX3" fmla="*/ 1965387 w 2250091"/>
              <a:gd name="connsiteY3" fmla="*/ 7078757 h 7078757"/>
              <a:gd name="connsiteX4" fmla="*/ 284704 w 2250091"/>
              <a:gd name="connsiteY4" fmla="*/ 7078757 h 7078757"/>
              <a:gd name="connsiteX5" fmla="*/ 0 w 2250091"/>
              <a:gd name="connsiteY5" fmla="*/ 6794053 h 7078757"/>
              <a:gd name="connsiteX6" fmla="*/ 12700 w 2250091"/>
              <a:gd name="connsiteY6" fmla="*/ 622407 h 7078757"/>
              <a:gd name="connsiteX0" fmla="*/ 12700 w 2250091"/>
              <a:gd name="connsiteY0" fmla="*/ 747138 h 7203488"/>
              <a:gd name="connsiteX1" fmla="*/ 2250091 w 2250091"/>
              <a:gd name="connsiteY1" fmla="*/ 759838 h 7203488"/>
              <a:gd name="connsiteX2" fmla="*/ 2250091 w 2250091"/>
              <a:gd name="connsiteY2" fmla="*/ 6918784 h 7203488"/>
              <a:gd name="connsiteX3" fmla="*/ 1965387 w 2250091"/>
              <a:gd name="connsiteY3" fmla="*/ 7203488 h 7203488"/>
              <a:gd name="connsiteX4" fmla="*/ 284704 w 2250091"/>
              <a:gd name="connsiteY4" fmla="*/ 7203488 h 7203488"/>
              <a:gd name="connsiteX5" fmla="*/ 0 w 2250091"/>
              <a:gd name="connsiteY5" fmla="*/ 6918784 h 7203488"/>
              <a:gd name="connsiteX6" fmla="*/ 12700 w 2250091"/>
              <a:gd name="connsiteY6" fmla="*/ 747138 h 7203488"/>
              <a:gd name="connsiteX0" fmla="*/ 12700 w 2250091"/>
              <a:gd name="connsiteY0" fmla="*/ 434411 h 6890761"/>
              <a:gd name="connsiteX1" fmla="*/ 2250091 w 2250091"/>
              <a:gd name="connsiteY1" fmla="*/ 447111 h 6890761"/>
              <a:gd name="connsiteX2" fmla="*/ 2250091 w 2250091"/>
              <a:gd name="connsiteY2" fmla="*/ 6606057 h 6890761"/>
              <a:gd name="connsiteX3" fmla="*/ 1965387 w 2250091"/>
              <a:gd name="connsiteY3" fmla="*/ 6890761 h 6890761"/>
              <a:gd name="connsiteX4" fmla="*/ 284704 w 2250091"/>
              <a:gd name="connsiteY4" fmla="*/ 6890761 h 6890761"/>
              <a:gd name="connsiteX5" fmla="*/ 0 w 2250091"/>
              <a:gd name="connsiteY5" fmla="*/ 6606057 h 6890761"/>
              <a:gd name="connsiteX6" fmla="*/ 12700 w 2250091"/>
              <a:gd name="connsiteY6" fmla="*/ 434411 h 6890761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560192 h 7016542"/>
              <a:gd name="connsiteX1" fmla="*/ 2250091 w 2250091"/>
              <a:gd name="connsiteY1" fmla="*/ 572892 h 7016542"/>
              <a:gd name="connsiteX2" fmla="*/ 2250091 w 2250091"/>
              <a:gd name="connsiteY2" fmla="*/ 6731838 h 7016542"/>
              <a:gd name="connsiteX3" fmla="*/ 1965387 w 2250091"/>
              <a:gd name="connsiteY3" fmla="*/ 7016542 h 7016542"/>
              <a:gd name="connsiteX4" fmla="*/ 284704 w 2250091"/>
              <a:gd name="connsiteY4" fmla="*/ 7016542 h 7016542"/>
              <a:gd name="connsiteX5" fmla="*/ 0 w 2250091"/>
              <a:gd name="connsiteY5" fmla="*/ 6731838 h 7016542"/>
              <a:gd name="connsiteX6" fmla="*/ 12700 w 2250091"/>
              <a:gd name="connsiteY6" fmla="*/ 560192 h 7016542"/>
              <a:gd name="connsiteX0" fmla="*/ 12700 w 2250091"/>
              <a:gd name="connsiteY0" fmla="*/ 560192 h 7016542"/>
              <a:gd name="connsiteX1" fmla="*/ 2250091 w 2250091"/>
              <a:gd name="connsiteY1" fmla="*/ 572892 h 7016542"/>
              <a:gd name="connsiteX2" fmla="*/ 2250091 w 2250091"/>
              <a:gd name="connsiteY2" fmla="*/ 6731838 h 7016542"/>
              <a:gd name="connsiteX3" fmla="*/ 1965387 w 2250091"/>
              <a:gd name="connsiteY3" fmla="*/ 7016542 h 7016542"/>
              <a:gd name="connsiteX4" fmla="*/ 284704 w 2250091"/>
              <a:gd name="connsiteY4" fmla="*/ 7016542 h 7016542"/>
              <a:gd name="connsiteX5" fmla="*/ 0 w 2250091"/>
              <a:gd name="connsiteY5" fmla="*/ 6731838 h 7016542"/>
              <a:gd name="connsiteX6" fmla="*/ 12700 w 2250091"/>
              <a:gd name="connsiteY6" fmla="*/ 560192 h 7016542"/>
              <a:gd name="connsiteX0" fmla="*/ 12700 w 2250091"/>
              <a:gd name="connsiteY0" fmla="*/ 435326 h 6891676"/>
              <a:gd name="connsiteX1" fmla="*/ 2250091 w 2250091"/>
              <a:gd name="connsiteY1" fmla="*/ 448026 h 6891676"/>
              <a:gd name="connsiteX2" fmla="*/ 2250091 w 2250091"/>
              <a:gd name="connsiteY2" fmla="*/ 6606972 h 6891676"/>
              <a:gd name="connsiteX3" fmla="*/ 1965387 w 2250091"/>
              <a:gd name="connsiteY3" fmla="*/ 6891676 h 6891676"/>
              <a:gd name="connsiteX4" fmla="*/ 284704 w 2250091"/>
              <a:gd name="connsiteY4" fmla="*/ 6891676 h 6891676"/>
              <a:gd name="connsiteX5" fmla="*/ 0 w 2250091"/>
              <a:gd name="connsiteY5" fmla="*/ 6606972 h 6891676"/>
              <a:gd name="connsiteX6" fmla="*/ 12700 w 2250091"/>
              <a:gd name="connsiteY6" fmla="*/ 435326 h 6891676"/>
              <a:gd name="connsiteX0" fmla="*/ 12700 w 2250091"/>
              <a:gd name="connsiteY0" fmla="*/ 0 h 6456350"/>
              <a:gd name="connsiteX1" fmla="*/ 2250091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1625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1625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5859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390860"/>
              <a:gd name="connsiteY0" fmla="*/ 0 h 6456350"/>
              <a:gd name="connsiteX1" fmla="*/ 2245859 w 2390860"/>
              <a:gd name="connsiteY1" fmla="*/ 12700 h 6456350"/>
              <a:gd name="connsiteX2" fmla="*/ 1965387 w 2390860"/>
              <a:gd name="connsiteY2" fmla="*/ 6456350 h 6456350"/>
              <a:gd name="connsiteX3" fmla="*/ 284704 w 2390860"/>
              <a:gd name="connsiteY3" fmla="*/ 6456350 h 6456350"/>
              <a:gd name="connsiteX4" fmla="*/ 0 w 2390860"/>
              <a:gd name="connsiteY4" fmla="*/ 6171646 h 6456350"/>
              <a:gd name="connsiteX5" fmla="*/ 12700 w 2390860"/>
              <a:gd name="connsiteY5" fmla="*/ 0 h 6456350"/>
              <a:gd name="connsiteX0" fmla="*/ 12700 w 2483686"/>
              <a:gd name="connsiteY0" fmla="*/ 0 h 6473284"/>
              <a:gd name="connsiteX1" fmla="*/ 2245859 w 2483686"/>
              <a:gd name="connsiteY1" fmla="*/ 12700 h 6473284"/>
              <a:gd name="connsiteX2" fmla="*/ 2232087 w 2483686"/>
              <a:gd name="connsiteY2" fmla="*/ 6473284 h 6473284"/>
              <a:gd name="connsiteX3" fmla="*/ 284704 w 2483686"/>
              <a:gd name="connsiteY3" fmla="*/ 6456350 h 6473284"/>
              <a:gd name="connsiteX4" fmla="*/ 0 w 2483686"/>
              <a:gd name="connsiteY4" fmla="*/ 6171646 h 6473284"/>
              <a:gd name="connsiteX5" fmla="*/ 12700 w 2483686"/>
              <a:gd name="connsiteY5" fmla="*/ 0 h 6473284"/>
              <a:gd name="connsiteX0" fmla="*/ 12700 w 2389032"/>
              <a:gd name="connsiteY0" fmla="*/ 0 h 6473284"/>
              <a:gd name="connsiteX1" fmla="*/ 2245859 w 2389032"/>
              <a:gd name="connsiteY1" fmla="*/ 12700 h 6473284"/>
              <a:gd name="connsiteX2" fmla="*/ 2232087 w 2389032"/>
              <a:gd name="connsiteY2" fmla="*/ 6473284 h 6473284"/>
              <a:gd name="connsiteX3" fmla="*/ 284704 w 2389032"/>
              <a:gd name="connsiteY3" fmla="*/ 6456350 h 6473284"/>
              <a:gd name="connsiteX4" fmla="*/ 0 w 2389032"/>
              <a:gd name="connsiteY4" fmla="*/ 6171646 h 6473284"/>
              <a:gd name="connsiteX5" fmla="*/ 12700 w 2389032"/>
              <a:gd name="connsiteY5" fmla="*/ 0 h 6473284"/>
              <a:gd name="connsiteX0" fmla="*/ 12700 w 2393449"/>
              <a:gd name="connsiteY0" fmla="*/ 0 h 6473284"/>
              <a:gd name="connsiteX1" fmla="*/ 2245859 w 2393449"/>
              <a:gd name="connsiteY1" fmla="*/ 12700 h 6473284"/>
              <a:gd name="connsiteX2" fmla="*/ 2249020 w 2393449"/>
              <a:gd name="connsiteY2" fmla="*/ 6473284 h 6473284"/>
              <a:gd name="connsiteX3" fmla="*/ 284704 w 2393449"/>
              <a:gd name="connsiteY3" fmla="*/ 6456350 h 6473284"/>
              <a:gd name="connsiteX4" fmla="*/ 0 w 2393449"/>
              <a:gd name="connsiteY4" fmla="*/ 6171646 h 6473284"/>
              <a:gd name="connsiteX5" fmla="*/ 12700 w 2393449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71453"/>
              <a:gd name="connsiteY0" fmla="*/ 14394 h 6487678"/>
              <a:gd name="connsiteX1" fmla="*/ 2269566 w 2271453"/>
              <a:gd name="connsiteY1" fmla="*/ 0 h 6487678"/>
              <a:gd name="connsiteX2" fmla="*/ 2249020 w 2271453"/>
              <a:gd name="connsiteY2" fmla="*/ 6487678 h 6487678"/>
              <a:gd name="connsiteX3" fmla="*/ 284704 w 2271453"/>
              <a:gd name="connsiteY3" fmla="*/ 6470744 h 6487678"/>
              <a:gd name="connsiteX4" fmla="*/ 0 w 2271453"/>
              <a:gd name="connsiteY4" fmla="*/ 6186040 h 6487678"/>
              <a:gd name="connsiteX5" fmla="*/ 12700 w 2271453"/>
              <a:gd name="connsiteY5" fmla="*/ 14394 h 6487678"/>
              <a:gd name="connsiteX0" fmla="*/ 12700 w 2274431"/>
              <a:gd name="connsiteY0" fmla="*/ 14394 h 6484291"/>
              <a:gd name="connsiteX1" fmla="*/ 2269566 w 2274431"/>
              <a:gd name="connsiteY1" fmla="*/ 0 h 6484291"/>
              <a:gd name="connsiteX2" fmla="*/ 2265953 w 2274431"/>
              <a:gd name="connsiteY2" fmla="*/ 6484291 h 6484291"/>
              <a:gd name="connsiteX3" fmla="*/ 284704 w 2274431"/>
              <a:gd name="connsiteY3" fmla="*/ 6470744 h 6484291"/>
              <a:gd name="connsiteX4" fmla="*/ 0 w 2274431"/>
              <a:gd name="connsiteY4" fmla="*/ 6186040 h 6484291"/>
              <a:gd name="connsiteX5" fmla="*/ 12700 w 2274431"/>
              <a:gd name="connsiteY5" fmla="*/ 14394 h 6484291"/>
              <a:gd name="connsiteX0" fmla="*/ 12700 w 2276793"/>
              <a:gd name="connsiteY0" fmla="*/ 14394 h 6484291"/>
              <a:gd name="connsiteX1" fmla="*/ 2269566 w 2276793"/>
              <a:gd name="connsiteY1" fmla="*/ 0 h 6484291"/>
              <a:gd name="connsiteX2" fmla="*/ 2265953 w 2276793"/>
              <a:gd name="connsiteY2" fmla="*/ 6484291 h 6484291"/>
              <a:gd name="connsiteX3" fmla="*/ 284704 w 2276793"/>
              <a:gd name="connsiteY3" fmla="*/ 6470744 h 6484291"/>
              <a:gd name="connsiteX4" fmla="*/ 0 w 2276793"/>
              <a:gd name="connsiteY4" fmla="*/ 6186040 h 6484291"/>
              <a:gd name="connsiteX5" fmla="*/ 12700 w 2276793"/>
              <a:gd name="connsiteY5" fmla="*/ 14394 h 648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6793" h="6484291">
                <a:moveTo>
                  <a:pt x="12700" y="14394"/>
                </a:moveTo>
                <a:lnTo>
                  <a:pt x="2269566" y="0"/>
                </a:lnTo>
                <a:cubicBezTo>
                  <a:pt x="2277514" y="1376625"/>
                  <a:pt x="2282086" y="5450143"/>
                  <a:pt x="2265953" y="6484291"/>
                </a:cubicBezTo>
                <a:lnTo>
                  <a:pt x="284704" y="6470744"/>
                </a:lnTo>
                <a:cubicBezTo>
                  <a:pt x="127466" y="6470744"/>
                  <a:pt x="0" y="6343278"/>
                  <a:pt x="0" y="6186040"/>
                </a:cubicBezTo>
                <a:cubicBezTo>
                  <a:pt x="4233" y="4128825"/>
                  <a:pt x="4234" y="573009"/>
                  <a:pt x="12700" y="14394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996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58189" y="370075"/>
            <a:ext cx="3623031" cy="288288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5A59C5B2-B2C6-4D09-AA02-429F19E5B3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1899"/>
          <a:stretch/>
        </p:blipFill>
        <p:spPr>
          <a:xfrm>
            <a:off x="7334" y="4072298"/>
            <a:ext cx="2868210" cy="1025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E4C9A16-4EB9-4377-853D-5388A2ACC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08" y="2382363"/>
            <a:ext cx="2806136" cy="1600200"/>
          </a:xfrm>
          <a:prstGeom prst="rect">
            <a:avLst/>
          </a:prstGeom>
        </p:spPr>
        <p:txBody>
          <a:bodyPr anchor="b"/>
          <a:lstStyle>
            <a:lvl1pPr>
              <a:defRPr lang="fr-FR" sz="3000" b="1"/>
            </a:lvl1pPr>
          </a:lstStyle>
          <a:p>
            <a:pPr lvl="0" defTabSz="914400"/>
            <a:r>
              <a:rPr lang="fr-FR"/>
              <a:t>Titre planche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76C749B0-3302-4687-AF31-B540DA1554F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30426" y="-14395"/>
            <a:ext cx="2276793" cy="6484291"/>
          </a:xfrm>
          <a:custGeom>
            <a:avLst/>
            <a:gdLst>
              <a:gd name="connsiteX0" fmla="*/ 0 w 2250091"/>
              <a:gd name="connsiteY0" fmla="*/ 284704 h 6453188"/>
              <a:gd name="connsiteX1" fmla="*/ 284704 w 2250091"/>
              <a:gd name="connsiteY1" fmla="*/ 0 h 6453188"/>
              <a:gd name="connsiteX2" fmla="*/ 1965387 w 2250091"/>
              <a:gd name="connsiteY2" fmla="*/ 0 h 6453188"/>
              <a:gd name="connsiteX3" fmla="*/ 2250091 w 2250091"/>
              <a:gd name="connsiteY3" fmla="*/ 284704 h 6453188"/>
              <a:gd name="connsiteX4" fmla="*/ 2250091 w 2250091"/>
              <a:gd name="connsiteY4" fmla="*/ 6168484 h 6453188"/>
              <a:gd name="connsiteX5" fmla="*/ 1965387 w 2250091"/>
              <a:gd name="connsiteY5" fmla="*/ 6453188 h 6453188"/>
              <a:gd name="connsiteX6" fmla="*/ 284704 w 2250091"/>
              <a:gd name="connsiteY6" fmla="*/ 6453188 h 6453188"/>
              <a:gd name="connsiteX7" fmla="*/ 0 w 2250091"/>
              <a:gd name="connsiteY7" fmla="*/ 6168484 h 6453188"/>
              <a:gd name="connsiteX8" fmla="*/ 0 w 2250091"/>
              <a:gd name="connsiteY8" fmla="*/ 284704 h 6453188"/>
              <a:gd name="connsiteX0" fmla="*/ 0 w 2250091"/>
              <a:gd name="connsiteY0" fmla="*/ 284704 h 6453188"/>
              <a:gd name="connsiteX1" fmla="*/ 284704 w 2250091"/>
              <a:gd name="connsiteY1" fmla="*/ 0 h 6453188"/>
              <a:gd name="connsiteX2" fmla="*/ 1965387 w 2250091"/>
              <a:gd name="connsiteY2" fmla="*/ 0 h 6453188"/>
              <a:gd name="connsiteX3" fmla="*/ 2250091 w 2250091"/>
              <a:gd name="connsiteY3" fmla="*/ 284704 h 6453188"/>
              <a:gd name="connsiteX4" fmla="*/ 2250091 w 2250091"/>
              <a:gd name="connsiteY4" fmla="*/ 6168484 h 6453188"/>
              <a:gd name="connsiteX5" fmla="*/ 1965387 w 2250091"/>
              <a:gd name="connsiteY5" fmla="*/ 6453188 h 6453188"/>
              <a:gd name="connsiteX6" fmla="*/ 284704 w 2250091"/>
              <a:gd name="connsiteY6" fmla="*/ 6453188 h 6453188"/>
              <a:gd name="connsiteX7" fmla="*/ 0 w 2250091"/>
              <a:gd name="connsiteY7" fmla="*/ 6168484 h 6453188"/>
              <a:gd name="connsiteX8" fmla="*/ 0 w 2250091"/>
              <a:gd name="connsiteY8" fmla="*/ 284704 h 6453188"/>
              <a:gd name="connsiteX0" fmla="*/ 0 w 2250091"/>
              <a:gd name="connsiteY0" fmla="*/ 544521 h 6713005"/>
              <a:gd name="connsiteX1" fmla="*/ 1965387 w 2250091"/>
              <a:gd name="connsiteY1" fmla="*/ 259817 h 6713005"/>
              <a:gd name="connsiteX2" fmla="*/ 2250091 w 2250091"/>
              <a:gd name="connsiteY2" fmla="*/ 544521 h 6713005"/>
              <a:gd name="connsiteX3" fmla="*/ 2250091 w 2250091"/>
              <a:gd name="connsiteY3" fmla="*/ 6428301 h 6713005"/>
              <a:gd name="connsiteX4" fmla="*/ 1965387 w 2250091"/>
              <a:gd name="connsiteY4" fmla="*/ 6713005 h 6713005"/>
              <a:gd name="connsiteX5" fmla="*/ 284704 w 2250091"/>
              <a:gd name="connsiteY5" fmla="*/ 6713005 h 6713005"/>
              <a:gd name="connsiteX6" fmla="*/ 0 w 2250091"/>
              <a:gd name="connsiteY6" fmla="*/ 6428301 h 6713005"/>
              <a:gd name="connsiteX7" fmla="*/ 0 w 2250091"/>
              <a:gd name="connsiteY7" fmla="*/ 544521 h 6713005"/>
              <a:gd name="connsiteX0" fmla="*/ 12700 w 2250091"/>
              <a:gd name="connsiteY0" fmla="*/ 456106 h 6912456"/>
              <a:gd name="connsiteX1" fmla="*/ 1965387 w 2250091"/>
              <a:gd name="connsiteY1" fmla="*/ 459268 h 6912456"/>
              <a:gd name="connsiteX2" fmla="*/ 2250091 w 2250091"/>
              <a:gd name="connsiteY2" fmla="*/ 743972 h 6912456"/>
              <a:gd name="connsiteX3" fmla="*/ 2250091 w 2250091"/>
              <a:gd name="connsiteY3" fmla="*/ 6627752 h 6912456"/>
              <a:gd name="connsiteX4" fmla="*/ 1965387 w 2250091"/>
              <a:gd name="connsiteY4" fmla="*/ 6912456 h 6912456"/>
              <a:gd name="connsiteX5" fmla="*/ 284704 w 2250091"/>
              <a:gd name="connsiteY5" fmla="*/ 6912456 h 6912456"/>
              <a:gd name="connsiteX6" fmla="*/ 0 w 2250091"/>
              <a:gd name="connsiteY6" fmla="*/ 6627752 h 6912456"/>
              <a:gd name="connsiteX7" fmla="*/ 12700 w 2250091"/>
              <a:gd name="connsiteY7" fmla="*/ 456106 h 6912456"/>
              <a:gd name="connsiteX0" fmla="*/ 12700 w 2250091"/>
              <a:gd name="connsiteY0" fmla="*/ 622407 h 7078757"/>
              <a:gd name="connsiteX1" fmla="*/ 2250091 w 2250091"/>
              <a:gd name="connsiteY1" fmla="*/ 910273 h 7078757"/>
              <a:gd name="connsiteX2" fmla="*/ 2250091 w 2250091"/>
              <a:gd name="connsiteY2" fmla="*/ 6794053 h 7078757"/>
              <a:gd name="connsiteX3" fmla="*/ 1965387 w 2250091"/>
              <a:gd name="connsiteY3" fmla="*/ 7078757 h 7078757"/>
              <a:gd name="connsiteX4" fmla="*/ 284704 w 2250091"/>
              <a:gd name="connsiteY4" fmla="*/ 7078757 h 7078757"/>
              <a:gd name="connsiteX5" fmla="*/ 0 w 2250091"/>
              <a:gd name="connsiteY5" fmla="*/ 6794053 h 7078757"/>
              <a:gd name="connsiteX6" fmla="*/ 12700 w 2250091"/>
              <a:gd name="connsiteY6" fmla="*/ 622407 h 7078757"/>
              <a:gd name="connsiteX0" fmla="*/ 12700 w 2250091"/>
              <a:gd name="connsiteY0" fmla="*/ 747138 h 7203488"/>
              <a:gd name="connsiteX1" fmla="*/ 2250091 w 2250091"/>
              <a:gd name="connsiteY1" fmla="*/ 759838 h 7203488"/>
              <a:gd name="connsiteX2" fmla="*/ 2250091 w 2250091"/>
              <a:gd name="connsiteY2" fmla="*/ 6918784 h 7203488"/>
              <a:gd name="connsiteX3" fmla="*/ 1965387 w 2250091"/>
              <a:gd name="connsiteY3" fmla="*/ 7203488 h 7203488"/>
              <a:gd name="connsiteX4" fmla="*/ 284704 w 2250091"/>
              <a:gd name="connsiteY4" fmla="*/ 7203488 h 7203488"/>
              <a:gd name="connsiteX5" fmla="*/ 0 w 2250091"/>
              <a:gd name="connsiteY5" fmla="*/ 6918784 h 7203488"/>
              <a:gd name="connsiteX6" fmla="*/ 12700 w 2250091"/>
              <a:gd name="connsiteY6" fmla="*/ 747138 h 7203488"/>
              <a:gd name="connsiteX0" fmla="*/ 12700 w 2250091"/>
              <a:gd name="connsiteY0" fmla="*/ 434411 h 6890761"/>
              <a:gd name="connsiteX1" fmla="*/ 2250091 w 2250091"/>
              <a:gd name="connsiteY1" fmla="*/ 447111 h 6890761"/>
              <a:gd name="connsiteX2" fmla="*/ 2250091 w 2250091"/>
              <a:gd name="connsiteY2" fmla="*/ 6606057 h 6890761"/>
              <a:gd name="connsiteX3" fmla="*/ 1965387 w 2250091"/>
              <a:gd name="connsiteY3" fmla="*/ 6890761 h 6890761"/>
              <a:gd name="connsiteX4" fmla="*/ 284704 w 2250091"/>
              <a:gd name="connsiteY4" fmla="*/ 6890761 h 6890761"/>
              <a:gd name="connsiteX5" fmla="*/ 0 w 2250091"/>
              <a:gd name="connsiteY5" fmla="*/ 6606057 h 6890761"/>
              <a:gd name="connsiteX6" fmla="*/ 12700 w 2250091"/>
              <a:gd name="connsiteY6" fmla="*/ 434411 h 6890761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560192 h 7016542"/>
              <a:gd name="connsiteX1" fmla="*/ 2250091 w 2250091"/>
              <a:gd name="connsiteY1" fmla="*/ 572892 h 7016542"/>
              <a:gd name="connsiteX2" fmla="*/ 2250091 w 2250091"/>
              <a:gd name="connsiteY2" fmla="*/ 6731838 h 7016542"/>
              <a:gd name="connsiteX3" fmla="*/ 1965387 w 2250091"/>
              <a:gd name="connsiteY3" fmla="*/ 7016542 h 7016542"/>
              <a:gd name="connsiteX4" fmla="*/ 284704 w 2250091"/>
              <a:gd name="connsiteY4" fmla="*/ 7016542 h 7016542"/>
              <a:gd name="connsiteX5" fmla="*/ 0 w 2250091"/>
              <a:gd name="connsiteY5" fmla="*/ 6731838 h 7016542"/>
              <a:gd name="connsiteX6" fmla="*/ 12700 w 2250091"/>
              <a:gd name="connsiteY6" fmla="*/ 560192 h 7016542"/>
              <a:gd name="connsiteX0" fmla="*/ 12700 w 2250091"/>
              <a:gd name="connsiteY0" fmla="*/ 560192 h 7016542"/>
              <a:gd name="connsiteX1" fmla="*/ 2250091 w 2250091"/>
              <a:gd name="connsiteY1" fmla="*/ 572892 h 7016542"/>
              <a:gd name="connsiteX2" fmla="*/ 2250091 w 2250091"/>
              <a:gd name="connsiteY2" fmla="*/ 6731838 h 7016542"/>
              <a:gd name="connsiteX3" fmla="*/ 1965387 w 2250091"/>
              <a:gd name="connsiteY3" fmla="*/ 7016542 h 7016542"/>
              <a:gd name="connsiteX4" fmla="*/ 284704 w 2250091"/>
              <a:gd name="connsiteY4" fmla="*/ 7016542 h 7016542"/>
              <a:gd name="connsiteX5" fmla="*/ 0 w 2250091"/>
              <a:gd name="connsiteY5" fmla="*/ 6731838 h 7016542"/>
              <a:gd name="connsiteX6" fmla="*/ 12700 w 2250091"/>
              <a:gd name="connsiteY6" fmla="*/ 560192 h 7016542"/>
              <a:gd name="connsiteX0" fmla="*/ 12700 w 2250091"/>
              <a:gd name="connsiteY0" fmla="*/ 435326 h 6891676"/>
              <a:gd name="connsiteX1" fmla="*/ 2250091 w 2250091"/>
              <a:gd name="connsiteY1" fmla="*/ 448026 h 6891676"/>
              <a:gd name="connsiteX2" fmla="*/ 2250091 w 2250091"/>
              <a:gd name="connsiteY2" fmla="*/ 6606972 h 6891676"/>
              <a:gd name="connsiteX3" fmla="*/ 1965387 w 2250091"/>
              <a:gd name="connsiteY3" fmla="*/ 6891676 h 6891676"/>
              <a:gd name="connsiteX4" fmla="*/ 284704 w 2250091"/>
              <a:gd name="connsiteY4" fmla="*/ 6891676 h 6891676"/>
              <a:gd name="connsiteX5" fmla="*/ 0 w 2250091"/>
              <a:gd name="connsiteY5" fmla="*/ 6606972 h 6891676"/>
              <a:gd name="connsiteX6" fmla="*/ 12700 w 2250091"/>
              <a:gd name="connsiteY6" fmla="*/ 435326 h 6891676"/>
              <a:gd name="connsiteX0" fmla="*/ 12700 w 2250091"/>
              <a:gd name="connsiteY0" fmla="*/ 0 h 6456350"/>
              <a:gd name="connsiteX1" fmla="*/ 2250091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1625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1625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5859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390860"/>
              <a:gd name="connsiteY0" fmla="*/ 0 h 6456350"/>
              <a:gd name="connsiteX1" fmla="*/ 2245859 w 2390860"/>
              <a:gd name="connsiteY1" fmla="*/ 12700 h 6456350"/>
              <a:gd name="connsiteX2" fmla="*/ 1965387 w 2390860"/>
              <a:gd name="connsiteY2" fmla="*/ 6456350 h 6456350"/>
              <a:gd name="connsiteX3" fmla="*/ 284704 w 2390860"/>
              <a:gd name="connsiteY3" fmla="*/ 6456350 h 6456350"/>
              <a:gd name="connsiteX4" fmla="*/ 0 w 2390860"/>
              <a:gd name="connsiteY4" fmla="*/ 6171646 h 6456350"/>
              <a:gd name="connsiteX5" fmla="*/ 12700 w 2390860"/>
              <a:gd name="connsiteY5" fmla="*/ 0 h 6456350"/>
              <a:gd name="connsiteX0" fmla="*/ 12700 w 2483686"/>
              <a:gd name="connsiteY0" fmla="*/ 0 h 6473284"/>
              <a:gd name="connsiteX1" fmla="*/ 2245859 w 2483686"/>
              <a:gd name="connsiteY1" fmla="*/ 12700 h 6473284"/>
              <a:gd name="connsiteX2" fmla="*/ 2232087 w 2483686"/>
              <a:gd name="connsiteY2" fmla="*/ 6473284 h 6473284"/>
              <a:gd name="connsiteX3" fmla="*/ 284704 w 2483686"/>
              <a:gd name="connsiteY3" fmla="*/ 6456350 h 6473284"/>
              <a:gd name="connsiteX4" fmla="*/ 0 w 2483686"/>
              <a:gd name="connsiteY4" fmla="*/ 6171646 h 6473284"/>
              <a:gd name="connsiteX5" fmla="*/ 12700 w 2483686"/>
              <a:gd name="connsiteY5" fmla="*/ 0 h 6473284"/>
              <a:gd name="connsiteX0" fmla="*/ 12700 w 2389032"/>
              <a:gd name="connsiteY0" fmla="*/ 0 h 6473284"/>
              <a:gd name="connsiteX1" fmla="*/ 2245859 w 2389032"/>
              <a:gd name="connsiteY1" fmla="*/ 12700 h 6473284"/>
              <a:gd name="connsiteX2" fmla="*/ 2232087 w 2389032"/>
              <a:gd name="connsiteY2" fmla="*/ 6473284 h 6473284"/>
              <a:gd name="connsiteX3" fmla="*/ 284704 w 2389032"/>
              <a:gd name="connsiteY3" fmla="*/ 6456350 h 6473284"/>
              <a:gd name="connsiteX4" fmla="*/ 0 w 2389032"/>
              <a:gd name="connsiteY4" fmla="*/ 6171646 h 6473284"/>
              <a:gd name="connsiteX5" fmla="*/ 12700 w 2389032"/>
              <a:gd name="connsiteY5" fmla="*/ 0 h 6473284"/>
              <a:gd name="connsiteX0" fmla="*/ 12700 w 2393449"/>
              <a:gd name="connsiteY0" fmla="*/ 0 h 6473284"/>
              <a:gd name="connsiteX1" fmla="*/ 2245859 w 2393449"/>
              <a:gd name="connsiteY1" fmla="*/ 12700 h 6473284"/>
              <a:gd name="connsiteX2" fmla="*/ 2249020 w 2393449"/>
              <a:gd name="connsiteY2" fmla="*/ 6473284 h 6473284"/>
              <a:gd name="connsiteX3" fmla="*/ 284704 w 2393449"/>
              <a:gd name="connsiteY3" fmla="*/ 6456350 h 6473284"/>
              <a:gd name="connsiteX4" fmla="*/ 0 w 2393449"/>
              <a:gd name="connsiteY4" fmla="*/ 6171646 h 6473284"/>
              <a:gd name="connsiteX5" fmla="*/ 12700 w 2393449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71453"/>
              <a:gd name="connsiteY0" fmla="*/ 14394 h 6487678"/>
              <a:gd name="connsiteX1" fmla="*/ 2269566 w 2271453"/>
              <a:gd name="connsiteY1" fmla="*/ 0 h 6487678"/>
              <a:gd name="connsiteX2" fmla="*/ 2249020 w 2271453"/>
              <a:gd name="connsiteY2" fmla="*/ 6487678 h 6487678"/>
              <a:gd name="connsiteX3" fmla="*/ 284704 w 2271453"/>
              <a:gd name="connsiteY3" fmla="*/ 6470744 h 6487678"/>
              <a:gd name="connsiteX4" fmla="*/ 0 w 2271453"/>
              <a:gd name="connsiteY4" fmla="*/ 6186040 h 6487678"/>
              <a:gd name="connsiteX5" fmla="*/ 12700 w 2271453"/>
              <a:gd name="connsiteY5" fmla="*/ 14394 h 6487678"/>
              <a:gd name="connsiteX0" fmla="*/ 12700 w 2274431"/>
              <a:gd name="connsiteY0" fmla="*/ 14394 h 6484291"/>
              <a:gd name="connsiteX1" fmla="*/ 2269566 w 2274431"/>
              <a:gd name="connsiteY1" fmla="*/ 0 h 6484291"/>
              <a:gd name="connsiteX2" fmla="*/ 2265953 w 2274431"/>
              <a:gd name="connsiteY2" fmla="*/ 6484291 h 6484291"/>
              <a:gd name="connsiteX3" fmla="*/ 284704 w 2274431"/>
              <a:gd name="connsiteY3" fmla="*/ 6470744 h 6484291"/>
              <a:gd name="connsiteX4" fmla="*/ 0 w 2274431"/>
              <a:gd name="connsiteY4" fmla="*/ 6186040 h 6484291"/>
              <a:gd name="connsiteX5" fmla="*/ 12700 w 2274431"/>
              <a:gd name="connsiteY5" fmla="*/ 14394 h 6484291"/>
              <a:gd name="connsiteX0" fmla="*/ 12700 w 2276793"/>
              <a:gd name="connsiteY0" fmla="*/ 14394 h 6484291"/>
              <a:gd name="connsiteX1" fmla="*/ 2269566 w 2276793"/>
              <a:gd name="connsiteY1" fmla="*/ 0 h 6484291"/>
              <a:gd name="connsiteX2" fmla="*/ 2265953 w 2276793"/>
              <a:gd name="connsiteY2" fmla="*/ 6484291 h 6484291"/>
              <a:gd name="connsiteX3" fmla="*/ 284704 w 2276793"/>
              <a:gd name="connsiteY3" fmla="*/ 6470744 h 6484291"/>
              <a:gd name="connsiteX4" fmla="*/ 0 w 2276793"/>
              <a:gd name="connsiteY4" fmla="*/ 6186040 h 6484291"/>
              <a:gd name="connsiteX5" fmla="*/ 12700 w 2276793"/>
              <a:gd name="connsiteY5" fmla="*/ 14394 h 648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6793" h="6484291">
                <a:moveTo>
                  <a:pt x="12700" y="14394"/>
                </a:moveTo>
                <a:lnTo>
                  <a:pt x="2269566" y="0"/>
                </a:lnTo>
                <a:cubicBezTo>
                  <a:pt x="2277514" y="1376625"/>
                  <a:pt x="2282086" y="5450143"/>
                  <a:pt x="2265953" y="6484291"/>
                </a:cubicBezTo>
                <a:lnTo>
                  <a:pt x="284704" y="6470744"/>
                </a:lnTo>
                <a:cubicBezTo>
                  <a:pt x="127466" y="6470744"/>
                  <a:pt x="0" y="6343278"/>
                  <a:pt x="0" y="6186040"/>
                </a:cubicBezTo>
                <a:cubicBezTo>
                  <a:pt x="4233" y="4128825"/>
                  <a:pt x="4234" y="573009"/>
                  <a:pt x="12700" y="14394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005AEDAA-6EA0-479D-BB94-5601BD2516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92311" y="388104"/>
            <a:ext cx="6265333" cy="6139696"/>
          </a:xfrm>
          <a:prstGeom prst="rect">
            <a:avLst/>
          </a:prstGeom>
        </p:spPr>
        <p:txBody>
          <a:bodyPr/>
          <a:lstStyle>
            <a:lvl1pPr marL="447680" indent="-44768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3000"/>
            </a:lvl1pPr>
            <a:lvl2pPr marL="985851" indent="-269879"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2pPr>
            <a:lvl3pPr marL="1433531" indent="-268291"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8570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5A59C5B2-B2C6-4D09-AA02-429F19E5B3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1899"/>
          <a:stretch/>
        </p:blipFill>
        <p:spPr>
          <a:xfrm>
            <a:off x="7334" y="4072298"/>
            <a:ext cx="2868210" cy="1025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E4C9A16-4EB9-4377-853D-5388A2ACC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08" y="2382363"/>
            <a:ext cx="2806136" cy="1600200"/>
          </a:xfrm>
          <a:prstGeom prst="rect">
            <a:avLst/>
          </a:prstGeom>
        </p:spPr>
        <p:txBody>
          <a:bodyPr anchor="b"/>
          <a:lstStyle>
            <a:lvl1pPr>
              <a:defRPr lang="fr-FR" sz="3000" b="1"/>
            </a:lvl1pPr>
          </a:lstStyle>
          <a:p>
            <a:pPr lvl="0" defTabSz="914400"/>
            <a:r>
              <a:rPr lang="fr-FR"/>
              <a:t>Titre planche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FE8A10E2-CE8E-48B0-BF86-EBDE5F202B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3317176" y="4806151"/>
            <a:ext cx="8874824" cy="2051850"/>
          </a:xfrm>
          <a:prstGeom prst="round1Rect">
            <a:avLst>
              <a:gd name="adj" fmla="val 13883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4419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5A59C5B2-B2C6-4D09-AA02-429F19E5B3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1899"/>
          <a:stretch/>
        </p:blipFill>
        <p:spPr>
          <a:xfrm>
            <a:off x="7334" y="4072298"/>
            <a:ext cx="2868210" cy="1025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E4C9A16-4EB9-4377-853D-5388A2ACC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08" y="2382363"/>
            <a:ext cx="2806136" cy="1600200"/>
          </a:xfrm>
          <a:prstGeom prst="rect">
            <a:avLst/>
          </a:prstGeom>
        </p:spPr>
        <p:txBody>
          <a:bodyPr anchor="b"/>
          <a:lstStyle>
            <a:lvl1pPr>
              <a:defRPr lang="fr-FR" sz="3000" b="1"/>
            </a:lvl1pPr>
          </a:lstStyle>
          <a:p>
            <a:pPr lvl="0" defTabSz="914400"/>
            <a:r>
              <a:rPr lang="fr-FR"/>
              <a:t>Titre planche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FE8A10E2-CE8E-48B0-BF86-EBDE5F202B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3317176" y="4806151"/>
            <a:ext cx="8874824" cy="2051850"/>
          </a:xfrm>
          <a:prstGeom prst="round1Rect">
            <a:avLst>
              <a:gd name="adj" fmla="val 13883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endParaRPr lang="fr-FR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1E60CAA6-4016-4624-88E5-4DE91D21BA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59020" y="214604"/>
            <a:ext cx="8602793" cy="4497355"/>
          </a:xfrm>
          <a:prstGeom prst="rect">
            <a:avLst/>
          </a:prstGeom>
        </p:spPr>
        <p:txBody>
          <a:bodyPr/>
          <a:lstStyle>
            <a:lvl1pPr marL="447680" indent="-44768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/>
            </a:lvl1pPr>
            <a:lvl2pPr marL="985851" indent="-269879"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2pPr>
            <a:lvl3pPr marL="1433531" indent="-268291"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39524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9AAA5FE-BE9C-4387-94AF-2EA23FC3A1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5"/>
            <a:ext cx="3623031" cy="288288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ED91350-CE25-460E-981A-2C81A4D3AE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121" y="6644093"/>
            <a:ext cx="828384" cy="21390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EAF773EF-EED9-418B-AB81-1B2C7411AE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3" t="1889" b="-1"/>
          <a:stretch/>
        </p:blipFill>
        <p:spPr>
          <a:xfrm>
            <a:off x="0" y="1145117"/>
            <a:ext cx="6974041" cy="137151"/>
          </a:xfrm>
          <a:prstGeom prst="rect">
            <a:avLst/>
          </a:prstGeom>
        </p:spPr>
      </p:pic>
      <p:sp>
        <p:nvSpPr>
          <p:cNvPr id="11" name="Titre 5">
            <a:extLst>
              <a:ext uri="{FF2B5EF4-FFF2-40B4-BE49-F238E27FC236}">
                <a16:creationId xmlns:a16="http://schemas.microsoft.com/office/drawing/2014/main" id="{16608378-C51C-46C7-8641-577E43EA5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356" y="171450"/>
            <a:ext cx="11713250" cy="88964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/>
            </a:lvl1pPr>
          </a:lstStyle>
          <a:p>
            <a:r>
              <a:rPr lang="fr-FR"/>
              <a:t>Titre planche</a:t>
            </a:r>
          </a:p>
        </p:txBody>
      </p:sp>
      <p:sp>
        <p:nvSpPr>
          <p:cNvPr id="14" name="Espace réservé pour une image  3">
            <a:extLst>
              <a:ext uri="{FF2B5EF4-FFF2-40B4-BE49-F238E27FC236}">
                <a16:creationId xmlns:a16="http://schemas.microsoft.com/office/drawing/2014/main" id="{7F98103D-513A-4420-8C99-4DCE498F9E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09925" y="1515889"/>
            <a:ext cx="8786692" cy="4942514"/>
          </a:xfrm>
          <a:prstGeom prst="roundRect">
            <a:avLst>
              <a:gd name="adj" fmla="val 4324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Cliquer pour insérer une image / une capture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048ECBA4-1C98-48AE-8935-3BCEDC16BE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4314" y="1515263"/>
            <a:ext cx="2774949" cy="4942514"/>
          </a:xfrm>
          <a:prstGeom prst="rect">
            <a:avLst/>
          </a:prstGeom>
        </p:spPr>
        <p:txBody>
          <a:bodyPr/>
          <a:lstStyle>
            <a:lvl1pPr marL="266704" indent="-266704">
              <a:buFont typeface="+mj-lt"/>
              <a:buAutoNum type="arabicPeriod"/>
              <a:defRPr sz="2000" b="1">
                <a:latin typeface="+mj-lt"/>
              </a:defRPr>
            </a:lvl1pPr>
            <a:lvl2pPr marL="536581" indent="-171453">
              <a:buFont typeface="Wingdings" panose="05000000000000000000" pitchFamily="2" charset="2"/>
              <a:buChar char="§"/>
              <a:defRPr sz="1801"/>
            </a:lvl2pPr>
            <a:lvl3pPr marL="985851" indent="-180976">
              <a:buFont typeface="Wingdings" panose="05000000000000000000" pitchFamily="2" charset="2"/>
              <a:buChar char="§"/>
              <a:defRPr sz="1600"/>
            </a:lvl3pPr>
            <a:lvl4pPr marL="1714521" indent="-342904">
              <a:buFont typeface="+mj-lt"/>
              <a:buAutoNum type="arabicPeriod"/>
              <a:defRPr sz="1401"/>
            </a:lvl4pPr>
            <a:lvl5pPr marL="2171727" indent="-342904">
              <a:buFont typeface="+mj-lt"/>
              <a:buAutoNum type="arabicPeriod"/>
              <a:defRPr sz="1401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307761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9AAA5FE-BE9C-4387-94AF-2EA23FC3A1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5"/>
            <a:ext cx="3623031" cy="288288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ED91350-CE25-460E-981A-2C81A4D3AE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121" y="6644093"/>
            <a:ext cx="828384" cy="21390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EAF773EF-EED9-418B-AB81-1B2C7411AE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3" t="1889" b="-1"/>
          <a:stretch/>
        </p:blipFill>
        <p:spPr>
          <a:xfrm>
            <a:off x="0" y="1145117"/>
            <a:ext cx="6974041" cy="137151"/>
          </a:xfrm>
          <a:prstGeom prst="rect">
            <a:avLst/>
          </a:prstGeom>
        </p:spPr>
      </p:pic>
      <p:sp>
        <p:nvSpPr>
          <p:cNvPr id="11" name="Titre 5">
            <a:extLst>
              <a:ext uri="{FF2B5EF4-FFF2-40B4-BE49-F238E27FC236}">
                <a16:creationId xmlns:a16="http://schemas.microsoft.com/office/drawing/2014/main" id="{16608378-C51C-46C7-8641-577E43EA5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356" y="171450"/>
            <a:ext cx="11713250" cy="88964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b="1"/>
            </a:lvl1pPr>
          </a:lstStyle>
          <a:p>
            <a:r>
              <a:rPr lang="fr-FR"/>
              <a:t>Titre planche</a:t>
            </a:r>
          </a:p>
        </p:txBody>
      </p:sp>
      <p:sp>
        <p:nvSpPr>
          <p:cNvPr id="14" name="Espace réservé pour une image  3">
            <a:extLst>
              <a:ext uri="{FF2B5EF4-FFF2-40B4-BE49-F238E27FC236}">
                <a16:creationId xmlns:a16="http://schemas.microsoft.com/office/drawing/2014/main" id="{7F98103D-513A-4420-8C99-4DCE498F9E7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9067" y="1532823"/>
            <a:ext cx="10316054" cy="4942514"/>
          </a:xfrm>
          <a:prstGeom prst="roundRect">
            <a:avLst>
              <a:gd name="adj" fmla="val 4324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Cliquer pour insérer une image / une capture</a:t>
            </a:r>
          </a:p>
        </p:txBody>
      </p:sp>
    </p:spTree>
    <p:extLst>
      <p:ext uri="{BB962C8B-B14F-4D97-AF65-F5344CB8AC3E}">
        <p14:creationId xmlns:p14="http://schemas.microsoft.com/office/powerpoint/2010/main" val="311657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4012DCA-06F3-4B29-923D-8732DB3E46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534A515-03C0-4D8C-8A0F-4D0F51ABA9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1075" y="2553783"/>
            <a:ext cx="7956658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lang="fr-FR" sz="4000" b="1" i="1" smtClean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defTabSz="914400">
              <a:spcBef>
                <a:spcPts val="1001"/>
              </a:spcBef>
              <a:buFont typeface="Arial" panose="020B0604020202020204" pitchFamily="34" charset="0"/>
            </a:pPr>
            <a:r>
              <a:rPr lang="fr-FR"/>
              <a:t>Saisir citation…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556454-25CA-45F0-B00F-A016C9F0A8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87395" y="1463681"/>
            <a:ext cx="1120119" cy="110566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4D0AF68-77E4-4924-B0CD-5E3A19AE56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121" y="6644093"/>
            <a:ext cx="828384" cy="21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9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4012DCA-06F3-4B29-923D-8732DB3E46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534A515-03C0-4D8C-8A0F-4D0F51ABA9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4275" y="2093377"/>
            <a:ext cx="7956658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>
              <a:defRPr lang="fr-FR" sz="4000" b="1" i="1" smtClean="0"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defTabSz="914400">
              <a:spcBef>
                <a:spcPts val="1001"/>
              </a:spcBef>
              <a:buFont typeface="Arial" panose="020B0604020202020204" pitchFamily="34" charset="0"/>
            </a:pPr>
            <a:r>
              <a:rPr lang="fr-FR"/>
              <a:t>Citation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556454-25CA-45F0-B00F-A016C9F0A8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87395" y="1463681"/>
            <a:ext cx="1120119" cy="110566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EEB2D2F-6928-4CC8-BDB4-7B853C2A78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>
            <a:off x="7423178" y="4368261"/>
            <a:ext cx="401007" cy="372967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B08CCDE0-BE2C-4D52-8B6B-F6C5E416FA3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2618612" y="5354307"/>
            <a:ext cx="4623094" cy="92360"/>
          </a:xfrm>
          <a:prstGeom prst="rect">
            <a:avLst/>
          </a:prstGeom>
        </p:spPr>
      </p:pic>
      <p:sp>
        <p:nvSpPr>
          <p:cNvPr id="14" name="Espace réservé du texte 16">
            <a:extLst>
              <a:ext uri="{FF2B5EF4-FFF2-40B4-BE49-F238E27FC236}">
                <a16:creationId xmlns:a16="http://schemas.microsoft.com/office/drawing/2014/main" id="{C712B039-868A-49EF-836E-ED76F65C9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3178" y="5220318"/>
            <a:ext cx="4623094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fr-FR" sz="1600" b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lang="fr-FR" sz="1800" smtClean="0">
                <a:solidFill>
                  <a:schemeClr val="tx1"/>
                </a:solidFill>
              </a:defRPr>
            </a:lvl2pPr>
            <a:lvl3pPr>
              <a:defRPr lang="fr-FR" sz="1800" smtClean="0">
                <a:solidFill>
                  <a:schemeClr val="tx1"/>
                </a:solidFill>
              </a:defRPr>
            </a:lvl3pPr>
            <a:lvl4pPr>
              <a:defRPr lang="fr-FR" sz="1800" smtClean="0">
                <a:solidFill>
                  <a:schemeClr val="tx1"/>
                </a:solidFill>
              </a:defRPr>
            </a:lvl4pPr>
            <a:lvl5pPr>
              <a:defRPr lang="fr-FR" sz="1800">
                <a:solidFill>
                  <a:schemeClr val="tx1"/>
                </a:solidFill>
              </a:defRPr>
            </a:lvl5pPr>
          </a:lstStyle>
          <a:p>
            <a:pPr marL="0" lvl="0" defTabSz="914400"/>
            <a:r>
              <a:rPr lang="fr-FR"/>
              <a:t>Auteur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D41294D-2583-4D0D-8211-6F770B8952F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121" y="6644093"/>
            <a:ext cx="828384" cy="21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85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- Planch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16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80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ch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645B0A8-3045-4F9C-9591-BB5F88ACA9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70076"/>
            <a:ext cx="3623031" cy="288288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CC0734-92D8-4AAB-8809-ABC874B265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0AE8D40-F1B3-4137-954F-D73AEA27951C}"/>
              </a:ext>
            </a:extLst>
          </p:cNvPr>
          <p:cNvCxnSpPr>
            <a:cxnSpLocks/>
          </p:cNvCxnSpPr>
          <p:nvPr userDrawn="1"/>
        </p:nvCxnSpPr>
        <p:spPr>
          <a:xfrm>
            <a:off x="5689951" y="1804447"/>
            <a:ext cx="0" cy="3249106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que 7">
            <a:extLst>
              <a:ext uri="{FF2B5EF4-FFF2-40B4-BE49-F238E27FC236}">
                <a16:creationId xmlns:a16="http://schemas.microsoft.com/office/drawing/2014/main" id="{1020D575-6C97-4C9A-AA59-52CDFC74081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3642" y="4452353"/>
            <a:ext cx="601200" cy="60120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D26E9AC3-2254-4708-82FA-C4A1609C4CC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3642" y="2687082"/>
            <a:ext cx="601200" cy="601200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5C1AF283-FCA7-4FDA-98FD-EEA56A76CF2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3642" y="3569717"/>
            <a:ext cx="601200" cy="601200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FA0C5B0C-B811-490F-AABB-7F9E46DB1E4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43642" y="1804447"/>
            <a:ext cx="601200" cy="601200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E8AEFDDC-2134-4D00-858A-1154E47D073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50406" y="4644953"/>
            <a:ext cx="3417791" cy="216000"/>
          </a:xfrm>
          <a:prstGeom prst="rect">
            <a:avLst/>
          </a:prstGeom>
        </p:spPr>
      </p:pic>
      <p:pic>
        <p:nvPicPr>
          <p:cNvPr id="15" name="Graphique 14">
            <a:hlinkClick r:id="rId14"/>
            <a:extLst>
              <a:ext uri="{FF2B5EF4-FFF2-40B4-BE49-F238E27FC236}">
                <a16:creationId xmlns:a16="http://schemas.microsoft.com/office/drawing/2014/main" id="{A91191A4-AB77-4111-8190-5C07B31ECEC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50406" y="2896555"/>
            <a:ext cx="2625231" cy="21600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39411AD8-10FC-4806-A792-A25FECBAB275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50407" y="2033047"/>
            <a:ext cx="1740247" cy="162000"/>
          </a:xfrm>
          <a:prstGeom prst="rect">
            <a:avLst/>
          </a:prstGeom>
        </p:spPr>
      </p:pic>
      <p:pic>
        <p:nvPicPr>
          <p:cNvPr id="17" name="Graphique 16">
            <a:hlinkClick r:id="rId19"/>
            <a:extLst>
              <a:ext uri="{FF2B5EF4-FFF2-40B4-BE49-F238E27FC236}">
                <a16:creationId xmlns:a16="http://schemas.microsoft.com/office/drawing/2014/main" id="{6861775C-E972-4F26-8757-8852BFFE3E04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50406" y="3762317"/>
            <a:ext cx="2293581" cy="216000"/>
          </a:xfrm>
          <a:prstGeom prst="rect">
            <a:avLst/>
          </a:prstGeom>
        </p:spPr>
      </p:pic>
      <p:pic>
        <p:nvPicPr>
          <p:cNvPr id="18" name="Graphique 17">
            <a:hlinkClick r:id="rId19"/>
            <a:extLst>
              <a:ext uri="{FF2B5EF4-FFF2-40B4-BE49-F238E27FC236}">
                <a16:creationId xmlns:a16="http://schemas.microsoft.com/office/drawing/2014/main" id="{7F43363D-E60E-4BF2-8EAC-7895BD199C68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44372" y="3134600"/>
            <a:ext cx="2666548" cy="68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4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- 3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9AD1DD7-FDFF-4CF6-9D94-C829623113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05B53F-020B-41BB-BFE3-4ECB8406B1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4"/>
            <a:ext cx="3623031" cy="2882880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64E6CF7-F5CC-440F-9611-6C1844126581}"/>
              </a:ext>
            </a:extLst>
          </p:cNvPr>
          <p:cNvCxnSpPr>
            <a:cxnSpLocks/>
          </p:cNvCxnSpPr>
          <p:nvPr/>
        </p:nvCxnSpPr>
        <p:spPr>
          <a:xfrm>
            <a:off x="3974934" y="0"/>
            <a:ext cx="0" cy="3903809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2E8AD47-7B6A-472A-95D6-E1D02F13588E}"/>
              </a:ext>
            </a:extLst>
          </p:cNvPr>
          <p:cNvCxnSpPr>
            <a:cxnSpLocks/>
          </p:cNvCxnSpPr>
          <p:nvPr/>
        </p:nvCxnSpPr>
        <p:spPr>
          <a:xfrm>
            <a:off x="6648449" y="0"/>
            <a:ext cx="0" cy="2185416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0072C8A-735D-43C9-8169-760E009744CA}"/>
              </a:ext>
            </a:extLst>
          </p:cNvPr>
          <p:cNvSpPr/>
          <p:nvPr/>
        </p:nvSpPr>
        <p:spPr>
          <a:xfrm>
            <a:off x="5262224" y="3169928"/>
            <a:ext cx="247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dirty="0">
                <a:latin typeface="AmpleSoft Pro" panose="02000000000000000000" pitchFamily="2" charset="77"/>
              </a:rPr>
              <a:t> 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4D4B853-1860-4CDE-A2F3-FE55594C01B9}"/>
              </a:ext>
            </a:extLst>
          </p:cNvPr>
          <p:cNvCxnSpPr>
            <a:cxnSpLocks/>
          </p:cNvCxnSpPr>
          <p:nvPr/>
        </p:nvCxnSpPr>
        <p:spPr>
          <a:xfrm>
            <a:off x="9331718" y="0"/>
            <a:ext cx="0" cy="49194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que 16">
            <a:extLst>
              <a:ext uri="{FF2B5EF4-FFF2-40B4-BE49-F238E27FC236}">
                <a16:creationId xmlns:a16="http://schemas.microsoft.com/office/drawing/2014/main" id="{B45A963D-657F-4A77-A5A7-DDB1F2F1D6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6220178" y="2404638"/>
            <a:ext cx="1027962" cy="540000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36A3729-D040-4A96-A036-AA25F62530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5926" y="4823139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50FE2EDE-242E-46F4-92D2-4C47723E75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44432" y="3163860"/>
            <a:ext cx="2617788" cy="7270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63C98318-B2E2-406B-B0B5-3B844A0C34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6899" y="5832692"/>
            <a:ext cx="2617788" cy="7270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1FF17A63-8D80-4D07-A6C5-C703D5BFB8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932" y="565470"/>
            <a:ext cx="3051500" cy="690220"/>
          </a:xfrm>
          <a:prstGeom prst="rect">
            <a:avLst/>
          </a:prstGeom>
        </p:spPr>
      </p:pic>
      <p:sp>
        <p:nvSpPr>
          <p:cNvPr id="23" name="Titre 3">
            <a:extLst>
              <a:ext uri="{FF2B5EF4-FFF2-40B4-BE49-F238E27FC236}">
                <a16:creationId xmlns:a16="http://schemas.microsoft.com/office/drawing/2014/main" id="{4375AE65-6F21-4B8F-8186-360B7311B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787" y="516632"/>
            <a:ext cx="2484645" cy="372890"/>
          </a:xfrm>
          <a:prstGeom prst="rect">
            <a:avLst/>
          </a:prstGeom>
        </p:spPr>
        <p:txBody>
          <a:bodyPr/>
          <a:lstStyle>
            <a:lvl1pPr algn="ctr">
              <a:defRPr sz="3000" b="1"/>
            </a:lvl1pPr>
          </a:lstStyle>
          <a:p>
            <a:r>
              <a:rPr lang="fr-FR"/>
              <a:t>Titre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6EB2A45-4085-40EE-A446-BED4D6B17E3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187" y="4095372"/>
            <a:ext cx="831159" cy="50400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E589F8F-7B90-4ABE-9136-5BD1350EE05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607" y="2357985"/>
            <a:ext cx="921104" cy="504000"/>
          </a:xfrm>
          <a:prstGeom prst="rect">
            <a:avLst/>
          </a:prstGeom>
        </p:spPr>
      </p:pic>
      <p:pic>
        <p:nvPicPr>
          <p:cNvPr id="24" name="Image 23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975D0FCE-72C6-4304-BC1B-400108071C6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1358" y="5079753"/>
            <a:ext cx="93726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650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9AD1DD7-FDFF-4CF6-9D94-C829623113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05B53F-020B-41BB-BFE3-4ECB8406B1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4"/>
            <a:ext cx="3623031" cy="2882880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596CB85-7850-4A23-94F8-2E5B711C6027}"/>
              </a:ext>
            </a:extLst>
          </p:cNvPr>
          <p:cNvCxnSpPr>
            <a:cxnSpLocks/>
          </p:cNvCxnSpPr>
          <p:nvPr/>
        </p:nvCxnSpPr>
        <p:spPr>
          <a:xfrm>
            <a:off x="4748806" y="0"/>
            <a:ext cx="0" cy="3919819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92143A76-7BF2-4DBE-A7D5-BAF9E52ADD24}"/>
              </a:ext>
            </a:extLst>
          </p:cNvPr>
          <p:cNvCxnSpPr>
            <a:cxnSpLocks/>
          </p:cNvCxnSpPr>
          <p:nvPr/>
        </p:nvCxnSpPr>
        <p:spPr>
          <a:xfrm>
            <a:off x="6632397" y="0"/>
            <a:ext cx="0" cy="2232064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FA00D31-9FE6-46B5-9BCB-1AE403FB7576}"/>
              </a:ext>
            </a:extLst>
          </p:cNvPr>
          <p:cNvCxnSpPr>
            <a:cxnSpLocks/>
          </p:cNvCxnSpPr>
          <p:nvPr/>
        </p:nvCxnSpPr>
        <p:spPr>
          <a:xfrm>
            <a:off x="8559589" y="0"/>
            <a:ext cx="0" cy="4907810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que 24">
            <a:extLst>
              <a:ext uri="{FF2B5EF4-FFF2-40B4-BE49-F238E27FC236}">
                <a16:creationId xmlns:a16="http://schemas.microsoft.com/office/drawing/2014/main" id="{646C0046-E42A-4196-B08E-0F20124226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4294420" y="4156909"/>
            <a:ext cx="908772" cy="540000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EA4429F3-1376-4725-923C-7791630D9E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6214286" y="2451286"/>
            <a:ext cx="1027962" cy="540000"/>
          </a:xfrm>
          <a:prstGeom prst="rect">
            <a:avLst/>
          </a:prstGeom>
        </p:spPr>
      </p:pic>
      <p:pic>
        <p:nvPicPr>
          <p:cNvPr id="28" name="Graphique 27">
            <a:extLst>
              <a:ext uri="{FF2B5EF4-FFF2-40B4-BE49-F238E27FC236}">
                <a16:creationId xmlns:a16="http://schemas.microsoft.com/office/drawing/2014/main" id="{44D7F54D-939B-41B3-807A-6B265986E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9950286" y="1739773"/>
            <a:ext cx="1041254" cy="540000"/>
          </a:xfrm>
          <a:prstGeom prst="rect">
            <a:avLst/>
          </a:prstGeom>
        </p:spPr>
      </p:pic>
      <p:sp>
        <p:nvSpPr>
          <p:cNvPr id="29" name="Espace réservé du texte 6">
            <a:extLst>
              <a:ext uri="{FF2B5EF4-FFF2-40B4-BE49-F238E27FC236}">
                <a16:creationId xmlns:a16="http://schemas.microsoft.com/office/drawing/2014/main" id="{A746242E-248E-4DA0-8438-0452632993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0657" y="4873719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779CB88A-00CD-454F-90FE-AD2FF1F7D7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248" y="3159205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31" name="Espace réservé du texte 6">
            <a:extLst>
              <a:ext uri="{FF2B5EF4-FFF2-40B4-BE49-F238E27FC236}">
                <a16:creationId xmlns:a16="http://schemas.microsoft.com/office/drawing/2014/main" id="{5EA75468-2AF0-490E-85A4-33D4710C8C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1440" y="5806220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32" name="Espace réservé du texte 6">
            <a:extLst>
              <a:ext uri="{FF2B5EF4-FFF2-40B4-BE49-F238E27FC236}">
                <a16:creationId xmlns:a16="http://schemas.microsoft.com/office/drawing/2014/main" id="{F6BB3562-FD61-4DE7-85F6-4EC7D260AD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69439" y="2509760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56A9775-D2CE-4D9C-BD0B-2E471E2572AD}"/>
              </a:ext>
            </a:extLst>
          </p:cNvPr>
          <p:cNvCxnSpPr>
            <a:cxnSpLocks/>
          </p:cNvCxnSpPr>
          <p:nvPr/>
        </p:nvCxnSpPr>
        <p:spPr>
          <a:xfrm>
            <a:off x="10419816" y="0"/>
            <a:ext cx="0" cy="14904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que 17">
            <a:extLst>
              <a:ext uri="{FF2B5EF4-FFF2-40B4-BE49-F238E27FC236}">
                <a16:creationId xmlns:a16="http://schemas.microsoft.com/office/drawing/2014/main" id="{F59F6613-D1D6-40D2-BF3B-AE30793C22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932" y="565470"/>
            <a:ext cx="3051500" cy="690220"/>
          </a:xfrm>
          <a:prstGeom prst="rect">
            <a:avLst/>
          </a:prstGeom>
        </p:spPr>
      </p:pic>
      <p:sp>
        <p:nvSpPr>
          <p:cNvPr id="21" name="Titre 3">
            <a:extLst>
              <a:ext uri="{FF2B5EF4-FFF2-40B4-BE49-F238E27FC236}">
                <a16:creationId xmlns:a16="http://schemas.microsoft.com/office/drawing/2014/main" id="{940EFF95-2C31-4D21-B26D-948E572DB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787" y="516632"/>
            <a:ext cx="2484645" cy="372890"/>
          </a:xfrm>
          <a:prstGeom prst="rect">
            <a:avLst/>
          </a:prstGeom>
        </p:spPr>
        <p:txBody>
          <a:bodyPr/>
          <a:lstStyle>
            <a:lvl1pPr algn="ctr">
              <a:defRPr sz="3000" b="1"/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6EF65A84-E163-41B9-8C54-029C1DC3E5F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636" y="4090717"/>
            <a:ext cx="831159" cy="50400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7B5592BB-C09E-4F9B-BF16-06F808E7942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99" y="2399983"/>
            <a:ext cx="921104" cy="504000"/>
          </a:xfrm>
          <a:prstGeom prst="rect">
            <a:avLst/>
          </a:prstGeom>
        </p:spPr>
      </p:pic>
      <p:pic>
        <p:nvPicPr>
          <p:cNvPr id="34" name="Image 33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6F1A2B88-2F91-4C10-A2DA-B89ED024287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921" y="5105015"/>
            <a:ext cx="937264" cy="504000"/>
          </a:xfrm>
          <a:prstGeom prst="rect">
            <a:avLst/>
          </a:prstGeom>
        </p:spPr>
      </p:pic>
      <p:pic>
        <p:nvPicPr>
          <p:cNvPr id="38" name="Image 37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17A01F20-1354-469A-89E0-DF9660D9F4A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35" y="1638767"/>
            <a:ext cx="92110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2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9AD1DD7-FDFF-4CF6-9D94-C829623113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05B53F-020B-41BB-BFE3-4ECB8406B1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4"/>
            <a:ext cx="3623031" cy="2882880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544ED585-4802-45BE-8E43-AA56B58B4E7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932" y="565470"/>
            <a:ext cx="3051500" cy="690220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35BA9294-7B88-4F32-AD1D-D06C73221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787" y="516632"/>
            <a:ext cx="2484645" cy="372890"/>
          </a:xfrm>
          <a:prstGeom prst="rect">
            <a:avLst/>
          </a:prstGeom>
        </p:spPr>
        <p:txBody>
          <a:bodyPr/>
          <a:lstStyle>
            <a:lvl1pPr algn="ctr">
              <a:defRPr sz="3000" b="1"/>
            </a:lvl1pPr>
          </a:lstStyle>
          <a:p>
            <a:r>
              <a:rPr lang="fr-FR"/>
              <a:t>Titre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0DC2E32-8F61-4BC5-90BA-8F91C6439FA3}"/>
              </a:ext>
            </a:extLst>
          </p:cNvPr>
          <p:cNvCxnSpPr>
            <a:cxnSpLocks/>
          </p:cNvCxnSpPr>
          <p:nvPr/>
        </p:nvCxnSpPr>
        <p:spPr>
          <a:xfrm>
            <a:off x="4116042" y="0"/>
            <a:ext cx="0" cy="3903809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F2B61235-582C-43CC-ABB5-3CBC09151391}"/>
              </a:ext>
            </a:extLst>
          </p:cNvPr>
          <p:cNvCxnSpPr>
            <a:cxnSpLocks/>
          </p:cNvCxnSpPr>
          <p:nvPr/>
        </p:nvCxnSpPr>
        <p:spPr>
          <a:xfrm>
            <a:off x="5752109" y="0"/>
            <a:ext cx="0" cy="2185416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2CB1A850-85D2-4B21-8B88-638119184446}"/>
              </a:ext>
            </a:extLst>
          </p:cNvPr>
          <p:cNvCxnSpPr>
            <a:cxnSpLocks/>
          </p:cNvCxnSpPr>
          <p:nvPr/>
        </p:nvCxnSpPr>
        <p:spPr>
          <a:xfrm>
            <a:off x="7405846" y="0"/>
            <a:ext cx="0" cy="49194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7D7C628-6AB8-4EB2-9264-057BAA46086E}"/>
              </a:ext>
            </a:extLst>
          </p:cNvPr>
          <p:cNvCxnSpPr>
            <a:cxnSpLocks/>
          </p:cNvCxnSpPr>
          <p:nvPr/>
        </p:nvCxnSpPr>
        <p:spPr>
          <a:xfrm>
            <a:off x="9063195" y="0"/>
            <a:ext cx="0" cy="14904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ED020C53-1912-4FD3-ABF0-2E1E1B0935CB}"/>
              </a:ext>
            </a:extLst>
          </p:cNvPr>
          <p:cNvCxnSpPr>
            <a:cxnSpLocks/>
          </p:cNvCxnSpPr>
          <p:nvPr/>
        </p:nvCxnSpPr>
        <p:spPr>
          <a:xfrm>
            <a:off x="10837664" y="0"/>
            <a:ext cx="0" cy="2845837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que 35">
            <a:extLst>
              <a:ext uri="{FF2B5EF4-FFF2-40B4-BE49-F238E27FC236}">
                <a16:creationId xmlns:a16="http://schemas.microsoft.com/office/drawing/2014/main" id="{0E3F0977-46D7-4869-B0EA-F3416F4F37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3699933" y="4176182"/>
            <a:ext cx="908772" cy="540000"/>
          </a:xfrm>
          <a:prstGeom prst="rect">
            <a:avLst/>
          </a:prstGeom>
        </p:spPr>
      </p:pic>
      <p:pic>
        <p:nvPicPr>
          <p:cNvPr id="37" name="Graphique 36">
            <a:extLst>
              <a:ext uri="{FF2B5EF4-FFF2-40B4-BE49-F238E27FC236}">
                <a16:creationId xmlns:a16="http://schemas.microsoft.com/office/drawing/2014/main" id="{6BF6E0B6-126B-4794-9C4A-DDFBE81D6DD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5333998" y="2404638"/>
            <a:ext cx="1027962" cy="540000"/>
          </a:xfrm>
          <a:prstGeom prst="rect">
            <a:avLst/>
          </a:prstGeom>
        </p:spPr>
      </p:pic>
      <p:pic>
        <p:nvPicPr>
          <p:cNvPr id="39" name="Graphique 38">
            <a:extLst>
              <a:ext uri="{FF2B5EF4-FFF2-40B4-BE49-F238E27FC236}">
                <a16:creationId xmlns:a16="http://schemas.microsoft.com/office/drawing/2014/main" id="{61080F87-B46C-44FC-BB73-03691F8FFD4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8593665" y="1739773"/>
            <a:ext cx="1041254" cy="540000"/>
          </a:xfrm>
          <a:prstGeom prst="rect">
            <a:avLst/>
          </a:prstGeom>
        </p:spPr>
      </p:pic>
      <p:sp>
        <p:nvSpPr>
          <p:cNvPr id="41" name="Espace réservé du texte 6">
            <a:extLst>
              <a:ext uri="{FF2B5EF4-FFF2-40B4-BE49-F238E27FC236}">
                <a16:creationId xmlns:a16="http://schemas.microsoft.com/office/drawing/2014/main" id="{31FC9532-F96A-48CF-A542-36C160D91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893" y="4903986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42" name="Espace réservé du texte 6">
            <a:extLst>
              <a:ext uri="{FF2B5EF4-FFF2-40B4-BE49-F238E27FC236}">
                <a16:creationId xmlns:a16="http://schemas.microsoft.com/office/drawing/2014/main" id="{4E612459-904F-4B98-B25C-E654D5D257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0349" y="3151257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43" name="Espace réservé du texte 6">
            <a:extLst>
              <a:ext uri="{FF2B5EF4-FFF2-40B4-BE49-F238E27FC236}">
                <a16:creationId xmlns:a16="http://schemas.microsoft.com/office/drawing/2014/main" id="{B5FC8108-1AEE-43F0-BAE7-DCF6AF686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07697" y="5733376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44" name="Espace réservé du texte 6">
            <a:extLst>
              <a:ext uri="{FF2B5EF4-FFF2-40B4-BE49-F238E27FC236}">
                <a16:creationId xmlns:a16="http://schemas.microsoft.com/office/drawing/2014/main" id="{34866D04-7353-4EB4-8FAA-BA12F4706B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65047" y="2427703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45" name="Espace réservé du texte 6">
            <a:extLst>
              <a:ext uri="{FF2B5EF4-FFF2-40B4-BE49-F238E27FC236}">
                <a16:creationId xmlns:a16="http://schemas.microsoft.com/office/drawing/2014/main" id="{A1E81DB2-1190-4CCA-885D-757E2EB1B5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30275" y="3685568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DCB90A1-1D32-4715-BAC4-76DFF6C9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032" y="3042247"/>
            <a:ext cx="937264" cy="50400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791BF610-60E6-4153-A061-64DC44D0C4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572" y="4066623"/>
            <a:ext cx="831159" cy="50400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1BC12636-A264-4D69-93EC-3A6CE850E56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788" y="2382946"/>
            <a:ext cx="921104" cy="504000"/>
          </a:xfrm>
          <a:prstGeom prst="rect">
            <a:avLst/>
          </a:prstGeom>
        </p:spPr>
      </p:pic>
      <p:pic>
        <p:nvPicPr>
          <p:cNvPr id="31" name="Image 30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5DC72E1F-4BE1-476C-A01C-8149D316FD3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138" y="5106239"/>
            <a:ext cx="937264" cy="504000"/>
          </a:xfrm>
          <a:prstGeom prst="rect">
            <a:avLst/>
          </a:prstGeom>
        </p:spPr>
      </p:pic>
      <p:pic>
        <p:nvPicPr>
          <p:cNvPr id="32" name="Image 31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AB2AF973-86D6-42AC-8433-0E60783D9F9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740" y="1657039"/>
            <a:ext cx="92110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893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mmaire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9AD1DD7-FDFF-4CF6-9D94-C829623113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05B53F-020B-41BB-BFE3-4ECB8406B1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4"/>
            <a:ext cx="3623031" cy="2882880"/>
          </a:xfrm>
          <a:prstGeom prst="rect">
            <a:avLst/>
          </a:prstGeom>
        </p:spPr>
      </p:pic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EE271A10-2BD5-4FC8-952B-0BC719C24EF7}"/>
              </a:ext>
            </a:extLst>
          </p:cNvPr>
          <p:cNvCxnSpPr>
            <a:cxnSpLocks/>
          </p:cNvCxnSpPr>
          <p:nvPr/>
        </p:nvCxnSpPr>
        <p:spPr>
          <a:xfrm>
            <a:off x="3757145" y="-2068"/>
            <a:ext cx="0" cy="3903809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12E192C-A05C-496B-B1E2-A57A3C63DFC0}"/>
              </a:ext>
            </a:extLst>
          </p:cNvPr>
          <p:cNvCxnSpPr>
            <a:cxnSpLocks/>
          </p:cNvCxnSpPr>
          <p:nvPr/>
        </p:nvCxnSpPr>
        <p:spPr>
          <a:xfrm>
            <a:off x="5193254" y="5502"/>
            <a:ext cx="0" cy="2185416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18ED2C56-5129-429F-B68F-05DAA2734B9E}"/>
              </a:ext>
            </a:extLst>
          </p:cNvPr>
          <p:cNvCxnSpPr>
            <a:cxnSpLocks/>
          </p:cNvCxnSpPr>
          <p:nvPr/>
        </p:nvCxnSpPr>
        <p:spPr>
          <a:xfrm>
            <a:off x="6565688" y="-2068"/>
            <a:ext cx="0" cy="49194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556AF6BD-D6D4-44E7-9E6D-D6F0BB09C22F}"/>
              </a:ext>
            </a:extLst>
          </p:cNvPr>
          <p:cNvCxnSpPr>
            <a:cxnSpLocks/>
          </p:cNvCxnSpPr>
          <p:nvPr/>
        </p:nvCxnSpPr>
        <p:spPr>
          <a:xfrm>
            <a:off x="7939083" y="-2068"/>
            <a:ext cx="0" cy="12363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A3A9A6D7-C154-4D82-8B80-246190352889}"/>
              </a:ext>
            </a:extLst>
          </p:cNvPr>
          <p:cNvCxnSpPr>
            <a:cxnSpLocks/>
          </p:cNvCxnSpPr>
          <p:nvPr/>
        </p:nvCxnSpPr>
        <p:spPr>
          <a:xfrm>
            <a:off x="9386297" y="-2068"/>
            <a:ext cx="3317" cy="28288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que 27">
            <a:extLst>
              <a:ext uri="{FF2B5EF4-FFF2-40B4-BE49-F238E27FC236}">
                <a16:creationId xmlns:a16="http://schemas.microsoft.com/office/drawing/2014/main" id="{DE0CF00E-62EE-41B9-9EE7-ECB05E8338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3341036" y="4174114"/>
            <a:ext cx="908772" cy="540000"/>
          </a:xfrm>
          <a:prstGeom prst="rect">
            <a:avLst/>
          </a:prstGeom>
        </p:spPr>
      </p:pic>
      <p:pic>
        <p:nvPicPr>
          <p:cNvPr id="29" name="Graphique 28">
            <a:extLst>
              <a:ext uri="{FF2B5EF4-FFF2-40B4-BE49-F238E27FC236}">
                <a16:creationId xmlns:a16="http://schemas.microsoft.com/office/drawing/2014/main" id="{E610D380-4CDC-4306-8C2A-B8619B629D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4775143" y="2410140"/>
            <a:ext cx="1027962" cy="540000"/>
          </a:xfrm>
          <a:prstGeom prst="rect">
            <a:avLst/>
          </a:prstGeom>
        </p:spPr>
      </p:pic>
      <p:pic>
        <p:nvPicPr>
          <p:cNvPr id="31" name="Graphique 30">
            <a:extLst>
              <a:ext uri="{FF2B5EF4-FFF2-40B4-BE49-F238E27FC236}">
                <a16:creationId xmlns:a16="http://schemas.microsoft.com/office/drawing/2014/main" id="{D4B28327-B677-4AF9-AA74-CBCD89EB26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7432899" y="1421669"/>
            <a:ext cx="1041254" cy="540000"/>
          </a:xfrm>
          <a:prstGeom prst="rect">
            <a:avLst/>
          </a:prstGeom>
        </p:spPr>
      </p:pic>
      <p:pic>
        <p:nvPicPr>
          <p:cNvPr id="32" name="Graphique 31">
            <a:extLst>
              <a:ext uri="{FF2B5EF4-FFF2-40B4-BE49-F238E27FC236}">
                <a16:creationId xmlns:a16="http://schemas.microsoft.com/office/drawing/2014/main" id="{4AC2232E-EAAE-4AD7-A61F-34146FA5FD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9006664" y="2908173"/>
            <a:ext cx="1047223" cy="540000"/>
          </a:xfrm>
          <a:prstGeom prst="rect">
            <a:avLst/>
          </a:prstGeom>
        </p:spPr>
      </p:pic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A5B1D1A7-DF1B-4C15-BDB9-C29820D5BBCC}"/>
              </a:ext>
            </a:extLst>
          </p:cNvPr>
          <p:cNvCxnSpPr>
            <a:cxnSpLocks/>
          </p:cNvCxnSpPr>
          <p:nvPr/>
        </p:nvCxnSpPr>
        <p:spPr>
          <a:xfrm>
            <a:off x="10818857" y="-2068"/>
            <a:ext cx="0" cy="4408371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space réservé du texte 6">
            <a:extLst>
              <a:ext uri="{FF2B5EF4-FFF2-40B4-BE49-F238E27FC236}">
                <a16:creationId xmlns:a16="http://schemas.microsoft.com/office/drawing/2014/main" id="{8BA083C4-6240-4CEE-A414-99070261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97273" y="4798193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48" name="Espace réservé du texte 6">
            <a:extLst>
              <a:ext uri="{FF2B5EF4-FFF2-40B4-BE49-F238E27FC236}">
                <a16:creationId xmlns:a16="http://schemas.microsoft.com/office/drawing/2014/main" id="{FF910CC8-882B-4A26-B578-73A760594E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94612" y="3065433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49" name="Espace réservé du texte 6">
            <a:extLst>
              <a:ext uri="{FF2B5EF4-FFF2-40B4-BE49-F238E27FC236}">
                <a16:creationId xmlns:a16="http://schemas.microsoft.com/office/drawing/2014/main" id="{55AC712D-BE4A-4DE1-9629-D798E17618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89124" y="5774734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50" name="Espace réservé du texte 6">
            <a:extLst>
              <a:ext uri="{FF2B5EF4-FFF2-40B4-BE49-F238E27FC236}">
                <a16:creationId xmlns:a16="http://schemas.microsoft.com/office/drawing/2014/main" id="{C1DB6BE5-3F3A-43C7-99AE-620863E90A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6783" y="2147559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51" name="Espace réservé du texte 6">
            <a:extLst>
              <a:ext uri="{FF2B5EF4-FFF2-40B4-BE49-F238E27FC236}">
                <a16:creationId xmlns:a16="http://schemas.microsoft.com/office/drawing/2014/main" id="{32F3DFA1-3F7B-49E5-86C8-469DE2449E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1466" y="3625786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52" name="Espace réservé du texte 6">
            <a:extLst>
              <a:ext uri="{FF2B5EF4-FFF2-40B4-BE49-F238E27FC236}">
                <a16:creationId xmlns:a16="http://schemas.microsoft.com/office/drawing/2014/main" id="{21762CD9-4C59-47A0-96AD-FDCD1419D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30275" y="5255836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pic>
        <p:nvPicPr>
          <p:cNvPr id="36" name="Graphique 35">
            <a:extLst>
              <a:ext uri="{FF2B5EF4-FFF2-40B4-BE49-F238E27FC236}">
                <a16:creationId xmlns:a16="http://schemas.microsoft.com/office/drawing/2014/main" id="{F62B7068-45FD-4603-85D6-9F1564D4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932" y="565470"/>
            <a:ext cx="3051500" cy="690220"/>
          </a:xfrm>
          <a:prstGeom prst="rect">
            <a:avLst/>
          </a:prstGeom>
        </p:spPr>
      </p:pic>
      <p:sp>
        <p:nvSpPr>
          <p:cNvPr id="37" name="Titre 3">
            <a:extLst>
              <a:ext uri="{FF2B5EF4-FFF2-40B4-BE49-F238E27FC236}">
                <a16:creationId xmlns:a16="http://schemas.microsoft.com/office/drawing/2014/main" id="{8F600DC6-5AAD-4FEA-B31E-A714E07B7D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787" y="516632"/>
            <a:ext cx="2484645" cy="372890"/>
          </a:xfrm>
          <a:prstGeom prst="rect">
            <a:avLst/>
          </a:prstGeom>
        </p:spPr>
        <p:txBody>
          <a:bodyPr/>
          <a:lstStyle>
            <a:lvl1pPr algn="ctr">
              <a:defRPr sz="3000" b="1"/>
            </a:lvl1pPr>
          </a:lstStyle>
          <a:p>
            <a:r>
              <a:rPr lang="fr-FR"/>
              <a:t>Titre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5351A88A-009C-4487-9BFF-DACDC7D8496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806" y="2980214"/>
            <a:ext cx="937264" cy="50400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9C01E6DF-E8FF-40DC-9802-3EFDC07129B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087" y="4085698"/>
            <a:ext cx="831159" cy="504000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29986236-5EED-4581-A771-9DD92B6B821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143" y="2378020"/>
            <a:ext cx="921104" cy="504000"/>
          </a:xfrm>
          <a:prstGeom prst="rect">
            <a:avLst/>
          </a:prstGeom>
        </p:spPr>
      </p:pic>
      <p:pic>
        <p:nvPicPr>
          <p:cNvPr id="38" name="Image 37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6251230E-84E4-4758-992B-4930E61D45E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68" y="5093698"/>
            <a:ext cx="937264" cy="504000"/>
          </a:xfrm>
          <a:prstGeom prst="rect">
            <a:avLst/>
          </a:prstGeom>
        </p:spPr>
      </p:pic>
      <p:pic>
        <p:nvPicPr>
          <p:cNvPr id="39" name="Image 38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892A07AF-5CE8-40D0-B969-A8EA48FE633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135" y="1447917"/>
            <a:ext cx="921104" cy="50400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E0C7ADCC-C015-48E8-95B5-0A129FA8C3E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084" y="4579069"/>
            <a:ext cx="92110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192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-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9AD1DD7-FDFF-4CF6-9D94-C829623113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8188" y="6612588"/>
            <a:ext cx="828384" cy="21390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105B53F-020B-41BB-BFE3-4ECB8406B1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70076" y="3605044"/>
            <a:ext cx="3623031" cy="2882880"/>
          </a:xfrm>
          <a:prstGeom prst="rect">
            <a:avLst/>
          </a:prstGeom>
        </p:spPr>
      </p:pic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AB410B46-958C-41A8-AF9B-CA2FAD54AC5D}"/>
              </a:ext>
            </a:extLst>
          </p:cNvPr>
          <p:cNvCxnSpPr>
            <a:cxnSpLocks/>
          </p:cNvCxnSpPr>
          <p:nvPr/>
        </p:nvCxnSpPr>
        <p:spPr>
          <a:xfrm>
            <a:off x="3292878" y="-8065"/>
            <a:ext cx="0" cy="3903809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2D121090-CDF3-4CF2-A043-22FA6740FFB4}"/>
              </a:ext>
            </a:extLst>
          </p:cNvPr>
          <p:cNvCxnSpPr>
            <a:cxnSpLocks/>
          </p:cNvCxnSpPr>
          <p:nvPr/>
        </p:nvCxnSpPr>
        <p:spPr>
          <a:xfrm>
            <a:off x="4584609" y="-5308"/>
            <a:ext cx="0" cy="2185416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57B0DDA6-2634-460D-AF7A-B3371879F1F6}"/>
              </a:ext>
            </a:extLst>
          </p:cNvPr>
          <p:cNvCxnSpPr>
            <a:cxnSpLocks/>
          </p:cNvCxnSpPr>
          <p:nvPr/>
        </p:nvCxnSpPr>
        <p:spPr>
          <a:xfrm>
            <a:off x="5942608" y="-8065"/>
            <a:ext cx="0" cy="4919472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B236E290-B1A3-4AB9-916A-8436B099135D}"/>
              </a:ext>
            </a:extLst>
          </p:cNvPr>
          <p:cNvCxnSpPr>
            <a:cxnSpLocks/>
          </p:cNvCxnSpPr>
          <p:nvPr/>
        </p:nvCxnSpPr>
        <p:spPr>
          <a:xfrm>
            <a:off x="7296755" y="-8065"/>
            <a:ext cx="0" cy="1092853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71389C0B-1DF6-41B1-BBE1-050DB89AC38D}"/>
              </a:ext>
            </a:extLst>
          </p:cNvPr>
          <p:cNvCxnSpPr>
            <a:cxnSpLocks/>
          </p:cNvCxnSpPr>
          <p:nvPr/>
        </p:nvCxnSpPr>
        <p:spPr>
          <a:xfrm>
            <a:off x="8623652" y="-3252"/>
            <a:ext cx="0" cy="2863215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que 57">
            <a:extLst>
              <a:ext uri="{FF2B5EF4-FFF2-40B4-BE49-F238E27FC236}">
                <a16:creationId xmlns:a16="http://schemas.microsoft.com/office/drawing/2014/main" id="{48489BFC-DA5C-45B7-A1FA-AD5AA53573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2876769" y="4168117"/>
            <a:ext cx="908772" cy="540000"/>
          </a:xfrm>
          <a:prstGeom prst="rect">
            <a:avLst/>
          </a:prstGeom>
        </p:spPr>
      </p:pic>
      <p:pic>
        <p:nvPicPr>
          <p:cNvPr id="59" name="Graphique 58">
            <a:extLst>
              <a:ext uri="{FF2B5EF4-FFF2-40B4-BE49-F238E27FC236}">
                <a16:creationId xmlns:a16="http://schemas.microsoft.com/office/drawing/2014/main" id="{40C98A5E-33A0-422F-8A95-2EC7681695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4166498" y="2399330"/>
            <a:ext cx="1027962" cy="540000"/>
          </a:xfrm>
          <a:prstGeom prst="rect">
            <a:avLst/>
          </a:prstGeom>
        </p:spPr>
      </p:pic>
      <p:pic>
        <p:nvPicPr>
          <p:cNvPr id="61" name="Graphique 60">
            <a:extLst>
              <a:ext uri="{FF2B5EF4-FFF2-40B4-BE49-F238E27FC236}">
                <a16:creationId xmlns:a16="http://schemas.microsoft.com/office/drawing/2014/main" id="{7114295B-A490-4F96-8B8A-05458795F4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6827225" y="1334089"/>
            <a:ext cx="1041254" cy="540000"/>
          </a:xfrm>
          <a:prstGeom prst="rect">
            <a:avLst/>
          </a:prstGeom>
        </p:spPr>
      </p:pic>
      <p:pic>
        <p:nvPicPr>
          <p:cNvPr id="62" name="Graphique 61">
            <a:extLst>
              <a:ext uri="{FF2B5EF4-FFF2-40B4-BE49-F238E27FC236}">
                <a16:creationId xmlns:a16="http://schemas.microsoft.com/office/drawing/2014/main" id="{68E89A44-D9A8-4694-96F9-0367D25F78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8244019" y="2906989"/>
            <a:ext cx="1047223" cy="540000"/>
          </a:xfrm>
          <a:prstGeom prst="rect">
            <a:avLst/>
          </a:prstGeom>
        </p:spPr>
      </p:pic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9961AB08-F68E-4064-A354-7033BDC2CD73}"/>
              </a:ext>
            </a:extLst>
          </p:cNvPr>
          <p:cNvCxnSpPr>
            <a:cxnSpLocks/>
          </p:cNvCxnSpPr>
          <p:nvPr/>
        </p:nvCxnSpPr>
        <p:spPr>
          <a:xfrm>
            <a:off x="10036954" y="-3252"/>
            <a:ext cx="0" cy="4408371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0C027C85-FCA1-482E-B4D7-6780B7D85E8F}"/>
              </a:ext>
            </a:extLst>
          </p:cNvPr>
          <p:cNvCxnSpPr>
            <a:cxnSpLocks/>
          </p:cNvCxnSpPr>
          <p:nvPr/>
        </p:nvCxnSpPr>
        <p:spPr>
          <a:xfrm>
            <a:off x="11287152" y="-5308"/>
            <a:ext cx="0" cy="1828557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space réservé du texte 6">
            <a:extLst>
              <a:ext uri="{FF2B5EF4-FFF2-40B4-BE49-F238E27FC236}">
                <a16:creationId xmlns:a16="http://schemas.microsoft.com/office/drawing/2014/main" id="{F811A62A-2EBB-43BD-8955-C72D0333A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94729" y="4757897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 dirty="0"/>
              <a:t>Cliquez pour ajouter un texte</a:t>
            </a:r>
          </a:p>
        </p:txBody>
      </p:sp>
      <p:sp>
        <p:nvSpPr>
          <p:cNvPr id="71" name="Espace réservé du texte 6">
            <a:extLst>
              <a:ext uri="{FF2B5EF4-FFF2-40B4-BE49-F238E27FC236}">
                <a16:creationId xmlns:a16="http://schemas.microsoft.com/office/drawing/2014/main" id="{29A798F2-98F0-46B7-8472-57E9873885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44459" y="5824627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72" name="Espace réservé du texte 6">
            <a:extLst>
              <a:ext uri="{FF2B5EF4-FFF2-40B4-BE49-F238E27FC236}">
                <a16:creationId xmlns:a16="http://schemas.microsoft.com/office/drawing/2014/main" id="{2BEB3233-73F9-445E-A5DF-12489748E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19595" y="3138339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73" name="Espace réservé du texte 6">
            <a:extLst>
              <a:ext uri="{FF2B5EF4-FFF2-40B4-BE49-F238E27FC236}">
                <a16:creationId xmlns:a16="http://schemas.microsoft.com/office/drawing/2014/main" id="{8D968879-90FE-4D33-9C93-529C2D9FF3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02458" y="1946904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74" name="Espace réservé du texte 6">
            <a:extLst>
              <a:ext uri="{FF2B5EF4-FFF2-40B4-BE49-F238E27FC236}">
                <a16:creationId xmlns:a16="http://schemas.microsoft.com/office/drawing/2014/main" id="{8CD4AB9A-0268-44BA-9C6D-53E5CF09E0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29193" y="3650450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75" name="Espace réservé du texte 6">
            <a:extLst>
              <a:ext uri="{FF2B5EF4-FFF2-40B4-BE49-F238E27FC236}">
                <a16:creationId xmlns:a16="http://schemas.microsoft.com/office/drawing/2014/main" id="{B2DF562A-9BC2-439A-A69C-368BD9FA98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9793" y="5258631"/>
            <a:ext cx="2596297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sp>
        <p:nvSpPr>
          <p:cNvPr id="76" name="Espace réservé du texte 6">
            <a:extLst>
              <a:ext uri="{FF2B5EF4-FFF2-40B4-BE49-F238E27FC236}">
                <a16:creationId xmlns:a16="http://schemas.microsoft.com/office/drawing/2014/main" id="{B48C9D4D-492E-4DB7-9C18-6146227377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80484" y="2752546"/>
            <a:ext cx="2060020" cy="760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+mj-lt"/>
              </a:defRPr>
            </a:lvl1pPr>
            <a:lvl2pPr marL="457205" indent="0">
              <a:buNone/>
              <a:defRPr/>
            </a:lvl2pPr>
            <a:lvl3pPr marL="143353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fr-FR"/>
              <a:t>Cliquez pour ajouter un texte</a:t>
            </a:r>
          </a:p>
        </p:txBody>
      </p:sp>
      <p:pic>
        <p:nvPicPr>
          <p:cNvPr id="30" name="Graphique 29">
            <a:extLst>
              <a:ext uri="{FF2B5EF4-FFF2-40B4-BE49-F238E27FC236}">
                <a16:creationId xmlns:a16="http://schemas.microsoft.com/office/drawing/2014/main" id="{248E008B-136C-4F63-8F6D-E560DF530B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932" y="565470"/>
            <a:ext cx="2877093" cy="650771"/>
          </a:xfrm>
          <a:prstGeom prst="rect">
            <a:avLst/>
          </a:prstGeom>
        </p:spPr>
      </p:pic>
      <p:sp>
        <p:nvSpPr>
          <p:cNvPr id="31" name="Titre 3">
            <a:extLst>
              <a:ext uri="{FF2B5EF4-FFF2-40B4-BE49-F238E27FC236}">
                <a16:creationId xmlns:a16="http://schemas.microsoft.com/office/drawing/2014/main" id="{1373C55E-BC63-4E85-ACE8-DAC1720662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788" y="516632"/>
            <a:ext cx="2342636" cy="291734"/>
          </a:xfrm>
          <a:prstGeom prst="rect">
            <a:avLst/>
          </a:prstGeom>
        </p:spPr>
        <p:txBody>
          <a:bodyPr/>
          <a:lstStyle>
            <a:lvl1pPr algn="ctr">
              <a:defRPr sz="3000" b="1"/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736EBFE-9836-4BD3-848A-7F4CAE58352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90178" y="2035510"/>
            <a:ext cx="860086" cy="504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6F2E8E3-0F0D-4597-83AC-A02D8B729DE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302" y="2951696"/>
            <a:ext cx="937264" cy="504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E7494C4-18D4-4DE5-AE24-167E46C2534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84" y="3984733"/>
            <a:ext cx="831159" cy="504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B554F8F-5D3D-42FD-BD9F-484B0F30FE2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892" y="2355963"/>
            <a:ext cx="921104" cy="504000"/>
          </a:xfrm>
          <a:prstGeom prst="rect">
            <a:avLst/>
          </a:prstGeom>
        </p:spPr>
      </p:pic>
      <p:pic>
        <p:nvPicPr>
          <p:cNvPr id="12" name="Image 11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68D1D9B5-9BBF-4DEA-A7C9-4509A7645D3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641" y="5038600"/>
            <a:ext cx="937264" cy="504000"/>
          </a:xfrm>
          <a:prstGeom prst="rect">
            <a:avLst/>
          </a:prstGeom>
        </p:spPr>
      </p:pic>
      <p:pic>
        <p:nvPicPr>
          <p:cNvPr id="14" name="Image 13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5393F23F-075F-493B-BB4A-9232C8F265C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41" y="1230719"/>
            <a:ext cx="921104" cy="504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E4CB61D-03BB-4E01-8603-CC7F03AD583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389" y="4576902"/>
            <a:ext cx="92110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5DF1EA0-3EE9-41FA-A147-1003E817F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883" y="12930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47680" lvl="0" indent="-447680">
              <a:buFontTx/>
              <a:buBlip>
                <a:blip r:embed="rId21"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</a:buBlip>
            </a:pPr>
            <a:r>
              <a:rPr lang="fr-FR"/>
              <a:t>Cliquez pour modifier les styles du texte du masque</a:t>
            </a:r>
          </a:p>
          <a:p>
            <a:pPr marL="985851" lvl="1" indent="-269879"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</a:pPr>
            <a:r>
              <a:rPr lang="fr-FR"/>
              <a:t>Deuxième niveau</a:t>
            </a:r>
          </a:p>
          <a:p>
            <a:pPr marL="1433531" lvl="2" indent="-268291">
              <a:buSzPct val="7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</a:pPr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541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4" r:id="rId2"/>
    <p:sldLayoutId id="2147483650" r:id="rId3"/>
    <p:sldLayoutId id="2147483654" r:id="rId4"/>
    <p:sldLayoutId id="2147483651" r:id="rId5"/>
    <p:sldLayoutId id="2147483652" r:id="rId6"/>
    <p:sldLayoutId id="2147483656" r:id="rId7"/>
    <p:sldLayoutId id="2147483660" r:id="rId8"/>
    <p:sldLayoutId id="2147483661" r:id="rId9"/>
    <p:sldLayoutId id="2147483663" r:id="rId10"/>
    <p:sldLayoutId id="2147483662" r:id="rId11"/>
    <p:sldLayoutId id="2147483673" r:id="rId12"/>
    <p:sldLayoutId id="2147483657" r:id="rId13"/>
    <p:sldLayoutId id="2147483700" r:id="rId14"/>
    <p:sldLayoutId id="2147483695" r:id="rId15"/>
    <p:sldLayoutId id="2147483696" r:id="rId16"/>
    <p:sldLayoutId id="2147483699" r:id="rId17"/>
    <p:sldLayoutId id="2147483697" r:id="rId18"/>
    <p:sldLayoutId id="2147483698" r:id="rId19"/>
  </p:sldLayoutIdLst>
  <p:hf hdr="0" ft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lang="fr-FR" sz="3000" b="1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 smtClean="0">
          <a:solidFill>
            <a:schemeClr val="tx2"/>
          </a:solidFill>
          <a:latin typeface="+mn-lt"/>
          <a:ea typeface="+mn-ea"/>
          <a:cs typeface="+mn-cs"/>
        </a:defRPr>
      </a:lvl2pPr>
      <a:lvl3pPr marL="2241578" indent="-808047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1" kern="1200" smtClean="0">
          <a:solidFill>
            <a:schemeClr val="accent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600" kern="1200" smtClean="0">
          <a:solidFill>
            <a:schemeClr val="accent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600" kern="1200" smtClean="0">
          <a:solidFill>
            <a:schemeClr val="accent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20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</p:sldLayoutIdLst>
  <p:hf hdr="0" ft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lang="fr-FR" sz="2800" b="1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 smtClean="0">
          <a:solidFill>
            <a:schemeClr val="tx2"/>
          </a:solidFill>
          <a:latin typeface="+mn-lt"/>
          <a:ea typeface="+mn-ea"/>
          <a:cs typeface="+mn-cs"/>
        </a:defRPr>
      </a:lvl2pPr>
      <a:lvl3pPr marL="2241578" indent="-808047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1" kern="1200" smtClean="0">
          <a:solidFill>
            <a:schemeClr val="accent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600" kern="1200" smtClean="0">
          <a:solidFill>
            <a:schemeClr val="accent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600" kern="1200" dirty="0">
          <a:solidFill>
            <a:schemeClr val="accent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emf"/><Relationship Id="rId4" Type="http://schemas.openxmlformats.org/officeDocument/2006/relationships/image" Target="../media/image3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jpg"/><Relationship Id="rId3" Type="http://schemas.microsoft.com/office/2018/10/relationships/comments" Target="../comments/modernComment_191_7D81A727.xml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jpe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jpe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sv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2.svg"/><Relationship Id="rId9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10" Type="http://schemas.openxmlformats.org/officeDocument/2006/relationships/image" Target="../media/image77.svg"/><Relationship Id="rId4" Type="http://schemas.openxmlformats.org/officeDocument/2006/relationships/image" Target="../media/image73.svg"/><Relationship Id="rId9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1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jpe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2.sv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0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0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2.png"/><Relationship Id="rId5" Type="http://schemas.openxmlformats.org/officeDocument/2006/relationships/image" Target="../media/image83.png"/><Relationship Id="rId4" Type="http://schemas.openxmlformats.org/officeDocument/2006/relationships/image" Target="../media/image1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2.png"/><Relationship Id="rId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2.png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2.png"/><Relationship Id="rId4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3.png"/><Relationship Id="rId4" Type="http://schemas.openxmlformats.org/officeDocument/2006/relationships/image" Target="../media/image11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83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0_D01B668C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youtu.be/OLoM-h_gRsE" TargetMode="External"/><Relationship Id="rId4" Type="http://schemas.openxmlformats.org/officeDocument/2006/relationships/image" Target="../media/image1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3.png"/><Relationship Id="rId4" Type="http://schemas.openxmlformats.org/officeDocument/2006/relationships/image" Target="../media/image1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2.png"/><Relationship Id="rId5" Type="http://schemas.openxmlformats.org/officeDocument/2006/relationships/image" Target="../media/image103.png"/><Relationship Id="rId4" Type="http://schemas.openxmlformats.org/officeDocument/2006/relationships/image" Target="../media/image1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3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02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emf"/><Relationship Id="rId4" Type="http://schemas.openxmlformats.org/officeDocument/2006/relationships/image" Target="../media/image35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03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5.png"/><Relationship Id="rId5" Type="http://schemas.openxmlformats.org/officeDocument/2006/relationships/image" Target="../media/image2.svg"/><Relationship Id="rId10" Type="http://schemas.openxmlformats.org/officeDocument/2006/relationships/image" Target="../media/image140.png"/><Relationship Id="rId4" Type="http://schemas.openxmlformats.org/officeDocument/2006/relationships/image" Target="../media/image1.png"/><Relationship Id="rId9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1.png"/><Relationship Id="rId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3.png"/><Relationship Id="rId4" Type="http://schemas.openxmlformats.org/officeDocument/2006/relationships/image" Target="../media/image8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8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5.png"/><Relationship Id="rId4" Type="http://schemas.openxmlformats.org/officeDocument/2006/relationships/image" Target="../media/image8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4.png"/><Relationship Id="rId4" Type="http://schemas.openxmlformats.org/officeDocument/2006/relationships/image" Target="../media/image1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9.png"/><Relationship Id="rId7" Type="http://schemas.openxmlformats.org/officeDocument/2006/relationships/image" Target="../media/image2.svg"/><Relationship Id="rId12" Type="http://schemas.openxmlformats.org/officeDocument/2006/relationships/image" Target="../media/image1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11" Type="http://schemas.openxmlformats.org/officeDocument/2006/relationships/image" Target="../media/image153.svg"/><Relationship Id="rId5" Type="http://schemas.openxmlformats.org/officeDocument/2006/relationships/image" Target="../media/image151.svg"/><Relationship Id="rId10" Type="http://schemas.openxmlformats.org/officeDocument/2006/relationships/image" Target="../media/image152.png"/><Relationship Id="rId4" Type="http://schemas.openxmlformats.org/officeDocument/2006/relationships/image" Target="../media/image150.png"/><Relationship Id="rId9" Type="http://schemas.openxmlformats.org/officeDocument/2006/relationships/image" Target="../media/image4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32.png"/><Relationship Id="rId3" Type="http://schemas.openxmlformats.org/officeDocument/2006/relationships/image" Target="../media/image19.svg"/><Relationship Id="rId21" Type="http://schemas.openxmlformats.org/officeDocument/2006/relationships/image" Target="../media/image35.svg"/><Relationship Id="rId7" Type="http://schemas.openxmlformats.org/officeDocument/2006/relationships/image" Target="../media/image23.svg"/><Relationship Id="rId12" Type="http://schemas.openxmlformats.org/officeDocument/2006/relationships/hyperlink" Target="mailto:contact@viragegroup.com" TargetMode="External"/><Relationship Id="rId17" Type="http://schemas.openxmlformats.org/officeDocument/2006/relationships/hyperlink" Target="https://www.viragegroup.com/" TargetMode="External"/><Relationship Id="rId2" Type="http://schemas.openxmlformats.org/officeDocument/2006/relationships/image" Target="../media/image18.png"/><Relationship Id="rId16" Type="http://schemas.openxmlformats.org/officeDocument/2006/relationships/image" Target="../media/image31.sv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0.png"/><Relationship Id="rId10" Type="http://schemas.openxmlformats.org/officeDocument/2006/relationships/image" Target="../media/image26.png"/><Relationship Id="rId19" Type="http://schemas.openxmlformats.org/officeDocument/2006/relationships/image" Target="../media/image33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pour une image  5" descr="Une image contenant musique, rouge, guitare, fermer&#10;&#10;Description générée automatiquement">
            <a:extLst>
              <a:ext uri="{FF2B5EF4-FFF2-40B4-BE49-F238E27FC236}">
                <a16:creationId xmlns:a16="http://schemas.microsoft.com/office/drawing/2014/main" id="{1865F6E2-0252-464D-B017-1D8C6CDC48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328304ED-41E6-4E71-A8BB-3E414582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Certification : Présentation orale</a:t>
            </a:r>
          </a:p>
        </p:txBody>
      </p:sp>
      <p:sp>
        <p:nvSpPr>
          <p:cNvPr id="32" name="Espace réservé pour une image  31">
            <a:extLst>
              <a:ext uri="{FF2B5EF4-FFF2-40B4-BE49-F238E27FC236}">
                <a16:creationId xmlns:a16="http://schemas.microsoft.com/office/drawing/2014/main" id="{84EFCE0D-4F9B-4D8F-804A-F20CE0B8D13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35" name="Espace réservé pour une image  34">
            <a:extLst>
              <a:ext uri="{FF2B5EF4-FFF2-40B4-BE49-F238E27FC236}">
                <a16:creationId xmlns:a16="http://schemas.microsoft.com/office/drawing/2014/main" id="{CB458457-420C-469A-81E2-B662C159B5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399" b="399"/>
          <a:stretch>
            <a:fillRect/>
          </a:stretch>
        </p:blipFill>
        <p:spPr>
          <a:xfrm>
            <a:off x="611570" y="5645473"/>
            <a:ext cx="3173232" cy="805863"/>
          </a:xfrm>
        </p:spPr>
      </p:pic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9E8BE30D-3899-2774-12A2-C7F790C1D5B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4" name="Image 13" descr="Une image contenant Police, logo, Graphique, conception&#10;&#10;Description générée automatiquement">
            <a:extLst>
              <a:ext uri="{FF2B5EF4-FFF2-40B4-BE49-F238E27FC236}">
                <a16:creationId xmlns:a16="http://schemas.microsoft.com/office/drawing/2014/main" id="{B1447580-DCB4-11AE-F247-409EEDF645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782" y="5239704"/>
            <a:ext cx="1438956" cy="143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8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FB217-AFF5-412D-8302-5783CE54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l’entreprise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10B4C99-D732-4977-925B-25802FE2E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624" y="979601"/>
            <a:ext cx="3398676" cy="8700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A42F2D2-D3E1-457C-81D8-14776A1E656E}"/>
              </a:ext>
            </a:extLst>
          </p:cNvPr>
          <p:cNvSpPr txBox="1"/>
          <p:nvPr/>
        </p:nvSpPr>
        <p:spPr>
          <a:xfrm>
            <a:off x="4796494" y="4597852"/>
            <a:ext cx="73093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algn="l">
              <a:buSzPct val="80000"/>
            </a:pPr>
            <a:r>
              <a:rPr lang="fr-FR" sz="2800" dirty="0"/>
              <a:t>Éditeur et intégrateur de solutions de  pilotage de plans stratégiques et de portefeuilles de projet.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E29E473-4889-4099-9339-D94E0D639D0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56671" y="4756878"/>
            <a:ext cx="438459" cy="43280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0F64E76-8289-2666-418E-93EE46E4955E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4353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Virage Group</a:t>
            </a:r>
          </a:p>
        </p:txBody>
      </p:sp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2288F278-193E-54BF-6496-2AD1B24932A5}"/>
              </a:ext>
            </a:extLst>
          </p:cNvPr>
          <p:cNvSpPr txBox="1">
            <a:spLocks/>
          </p:cNvSpPr>
          <p:nvPr/>
        </p:nvSpPr>
        <p:spPr>
          <a:xfrm>
            <a:off x="3336827" y="703383"/>
            <a:ext cx="8515980" cy="1661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47680" indent="-447680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lang="fr-FR"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5851" indent="-269879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lang="fr-FR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433531" indent="-268291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lang="fr-FR" sz="180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Virage c’est :</a:t>
            </a:r>
          </a:p>
          <a:p>
            <a:pPr lvl="1"/>
            <a:r>
              <a:rPr lang="fr-FR" dirty="0">
                <a:solidFill>
                  <a:srgbClr val="000000"/>
                </a:solidFill>
                <a:latin typeface="+mj-lt"/>
              </a:rPr>
              <a:t>Un éditeur et intégrateur de progiciels de pilotage.</a:t>
            </a:r>
          </a:p>
          <a:p>
            <a:pPr lvl="1"/>
            <a:r>
              <a:rPr lang="fr-FR" dirty="0">
                <a:solidFill>
                  <a:srgbClr val="000000"/>
                </a:solidFill>
                <a:latin typeface="+mj-lt"/>
              </a:rPr>
              <a:t>Une utilisation interne au quotidien de leurs solutions</a:t>
            </a:r>
            <a:r>
              <a:rPr lang="fr-FR" sz="240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pic>
        <p:nvPicPr>
          <p:cNvPr id="4" name="Image 3" descr="Une image contenant Véhicule terrestre, véhicule, dessin, croquis&#10;&#10;Description générée automatiquement">
            <a:extLst>
              <a:ext uri="{FF2B5EF4-FFF2-40B4-BE49-F238E27FC236}">
                <a16:creationId xmlns:a16="http://schemas.microsoft.com/office/drawing/2014/main" id="{D2BF2DFD-13D6-132F-E133-3794BA4B23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7" y="4473854"/>
            <a:ext cx="2463481" cy="201481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5396B7A-6F35-7646-4E64-DC71D2C25784}"/>
              </a:ext>
            </a:extLst>
          </p:cNvPr>
          <p:cNvSpPr txBox="1"/>
          <p:nvPr/>
        </p:nvSpPr>
        <p:spPr>
          <a:xfrm>
            <a:off x="4986943" y="4476032"/>
            <a:ext cx="22181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</a:rPr>
              <a:t>+20</a:t>
            </a:r>
          </a:p>
          <a:p>
            <a:r>
              <a:rPr lang="fr-FR" dirty="0"/>
              <a:t>Ans d’expérience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5082E0-A3E3-13D9-ED55-3F8C37946F5F}"/>
              </a:ext>
            </a:extLst>
          </p:cNvPr>
          <p:cNvSpPr txBox="1"/>
          <p:nvPr/>
        </p:nvSpPr>
        <p:spPr>
          <a:xfrm>
            <a:off x="8455768" y="4476032"/>
            <a:ext cx="22181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</a:rPr>
              <a:t>+45</a:t>
            </a:r>
          </a:p>
          <a:p>
            <a:r>
              <a:rPr lang="fr-FR" dirty="0"/>
              <a:t>Collaborateurs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D63DE48-0398-FA69-81CA-8A23D01C055D}"/>
              </a:ext>
            </a:extLst>
          </p:cNvPr>
          <p:cNvSpPr txBox="1"/>
          <p:nvPr/>
        </p:nvSpPr>
        <p:spPr>
          <a:xfrm>
            <a:off x="8455768" y="3297060"/>
            <a:ext cx="22181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</a:rPr>
              <a:t>4,5 M€</a:t>
            </a:r>
          </a:p>
          <a:p>
            <a:r>
              <a:rPr lang="fr-FR" dirty="0"/>
              <a:t>CA 2022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30D6B4-7DDD-0FC8-8CDC-8D3EBF7401BC}"/>
              </a:ext>
            </a:extLst>
          </p:cNvPr>
          <p:cNvSpPr txBox="1"/>
          <p:nvPr/>
        </p:nvSpPr>
        <p:spPr>
          <a:xfrm>
            <a:off x="4986943" y="3297060"/>
            <a:ext cx="24495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latin typeface="+mj-lt"/>
              </a:rPr>
              <a:t>20</a:t>
            </a:r>
          </a:p>
          <a:p>
            <a:r>
              <a:rPr lang="fr-FR" dirty="0"/>
              <a:t>serveurs SaaS en France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9FDF0F4-85F9-3A23-D55E-FDF03BEB9668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08881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Virage Group</a:t>
            </a:r>
          </a:p>
        </p:txBody>
      </p:sp>
      <p:pic>
        <p:nvPicPr>
          <p:cNvPr id="3" name="Picture 26" descr="COVID-19-Réponse du Ministère de la Santé au SNUP - Syndicat National  d'Union des Psychomotriciens">
            <a:extLst>
              <a:ext uri="{FF2B5EF4-FFF2-40B4-BE49-F238E27FC236}">
                <a16:creationId xmlns:a16="http://schemas.microsoft.com/office/drawing/2014/main" id="{DF2D0A2E-B2B9-E753-64BE-CC685F79B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25" y="653453"/>
            <a:ext cx="1020275" cy="72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Modernisation : un nouveau logo pour notre CHU | AP-HM">
            <a:extLst>
              <a:ext uri="{FF2B5EF4-FFF2-40B4-BE49-F238E27FC236}">
                <a16:creationId xmlns:a16="http://schemas.microsoft.com/office/drawing/2014/main" id="{2B80EF9F-17C5-6702-91BD-9FC9F7C50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301" y="653454"/>
            <a:ext cx="1310757" cy="50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a réforme de la Police nationale est effective | IPA France">
            <a:extLst>
              <a:ext uri="{FF2B5EF4-FFF2-40B4-BE49-F238E27FC236}">
                <a16:creationId xmlns:a16="http://schemas.microsoft.com/office/drawing/2014/main" id="{AA001B50-ACA7-4002-2D7F-2E897E60E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723" y="653453"/>
            <a:ext cx="1404374" cy="50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A8C5223-DFD0-D672-0032-4EA2CA6A9AB7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7"/>
          <a:srcRect t="-109913" b="-109913"/>
          <a:stretch/>
        </p:blipFill>
        <p:spPr bwMode="auto">
          <a:xfrm>
            <a:off x="4894201" y="1780473"/>
            <a:ext cx="1093006" cy="72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>
            <a:extLst>
              <a:ext uri="{FF2B5EF4-FFF2-40B4-BE49-F238E27FC236}">
                <a16:creationId xmlns:a16="http://schemas.microsoft.com/office/drawing/2014/main" id="{EF1B320A-58C7-09FC-FEF3-46280A830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074" y="2004204"/>
            <a:ext cx="954837" cy="25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2" descr="Vente Outillage &amp; Matériel pour Professionnels | WURTH">
            <a:extLst>
              <a:ext uri="{FF2B5EF4-FFF2-40B4-BE49-F238E27FC236}">
                <a16:creationId xmlns:a16="http://schemas.microsoft.com/office/drawing/2014/main" id="{B2C2021C-82D0-4E1C-BA03-DCE6FF4A0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643" y="3007869"/>
            <a:ext cx="1470121" cy="50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2066825-D6E2-0F35-F4E3-C7006B2FE7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8055" y="3102395"/>
            <a:ext cx="871261" cy="314295"/>
          </a:xfrm>
          <a:prstGeom prst="rect">
            <a:avLst/>
          </a:prstGeom>
        </p:spPr>
      </p:pic>
      <p:pic>
        <p:nvPicPr>
          <p:cNvPr id="13" name="Picture 24">
            <a:extLst>
              <a:ext uri="{FF2B5EF4-FFF2-40B4-BE49-F238E27FC236}">
                <a16:creationId xmlns:a16="http://schemas.microsoft.com/office/drawing/2014/main" id="{E3EE72AB-2643-DD01-E065-48D46D618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9570" y="3184643"/>
            <a:ext cx="1297527" cy="20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>
            <a:extLst>
              <a:ext uri="{FF2B5EF4-FFF2-40B4-BE49-F238E27FC236}">
                <a16:creationId xmlns:a16="http://schemas.microsoft.com/office/drawing/2014/main" id="{1BA78DBE-C526-4353-D50C-F079B556E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885" y="4259091"/>
            <a:ext cx="1248905" cy="33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8">
            <a:extLst>
              <a:ext uri="{FF2B5EF4-FFF2-40B4-BE49-F238E27FC236}">
                <a16:creationId xmlns:a16="http://schemas.microsoft.com/office/drawing/2014/main" id="{807D9030-7117-8571-0842-4317B0D72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428" y="4259091"/>
            <a:ext cx="1664502" cy="41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0" descr="Webinaire prévoyance et mutuelle Groupe VYV - Fédération Nationale de  l'Habillement">
            <a:extLst>
              <a:ext uri="{FF2B5EF4-FFF2-40B4-BE49-F238E27FC236}">
                <a16:creationId xmlns:a16="http://schemas.microsoft.com/office/drawing/2014/main" id="{980CECDA-7BD0-148E-1F8D-3E9474C3D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146" y="4110725"/>
            <a:ext cx="1114373" cy="7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8" descr="ITM LAI - SNCDD">
            <a:extLst>
              <a:ext uri="{FF2B5EF4-FFF2-40B4-BE49-F238E27FC236}">
                <a16:creationId xmlns:a16="http://schemas.microsoft.com/office/drawing/2014/main" id="{69828782-4925-43BD-A63E-E64C2EDDD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690" y="5521833"/>
            <a:ext cx="1437294" cy="56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78213D3C-ED57-3CEB-931D-0928BFB44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172" y="5802383"/>
            <a:ext cx="1746640" cy="16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5EFC68B9-1F35-60C9-335B-CA188668A006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17"/>
          <a:srcRect t="-44897" b="-44897"/>
          <a:stretch/>
        </p:blipFill>
        <p:spPr bwMode="auto">
          <a:xfrm>
            <a:off x="9560955" y="5514497"/>
            <a:ext cx="853129" cy="56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 22" descr="Une image contenant texte, dessin, illustration, clipart&#10;&#10;Description générée automatiquement">
            <a:extLst>
              <a:ext uri="{FF2B5EF4-FFF2-40B4-BE49-F238E27FC236}">
                <a16:creationId xmlns:a16="http://schemas.microsoft.com/office/drawing/2014/main" id="{0F989458-166B-9138-608C-278A4F7524B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0" y="4463128"/>
            <a:ext cx="2682641" cy="2010999"/>
          </a:xfrm>
          <a:prstGeom prst="rect">
            <a:avLst/>
          </a:prstGeom>
        </p:spPr>
      </p:pic>
      <p:pic>
        <p:nvPicPr>
          <p:cNvPr id="25" name="Picture 2" descr="Logo CD31 - Pays Comminges Pyrénées">
            <a:extLst>
              <a:ext uri="{FF2B5EF4-FFF2-40B4-BE49-F238E27FC236}">
                <a16:creationId xmlns:a16="http://schemas.microsoft.com/office/drawing/2014/main" id="{858DF0CF-05B3-EE16-E1F5-2B1814C9F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704" y="1617398"/>
            <a:ext cx="826380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1796AFA-C894-AD87-F006-D40B7826A565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1056489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Deux solutions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03732EC-04CB-475A-8188-4F33A8A9B415}"/>
              </a:ext>
            </a:extLst>
          </p:cNvPr>
          <p:cNvSpPr txBox="1">
            <a:spLocks/>
          </p:cNvSpPr>
          <p:nvPr/>
        </p:nvSpPr>
        <p:spPr>
          <a:xfrm>
            <a:off x="7955674" y="4644282"/>
            <a:ext cx="4081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+mj-lt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lang="fr-FR" sz="1400" kern="1200" smtClean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fr-FR" sz="1400" kern="1200" smtClean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fr-FR" sz="1400" kern="120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fr-FR" dirty="0"/>
              <a:t>Perf</a:t>
            </a:r>
          </a:p>
          <a:p>
            <a:pPr marL="0" lvl="1" indent="0">
              <a:buNone/>
            </a:pPr>
            <a:r>
              <a:rPr lang="fr-FR" dirty="0"/>
              <a:t>Outil de pilotage de plans de performance, de plans stratégiques, de politiques publiques.</a:t>
            </a:r>
            <a:endParaRPr lang="fr-FR" dirty="0">
              <a:sym typeface="Wingdings" panose="05000000000000000000" pitchFamily="2" charset="2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131D25D-C1F8-410F-BDA2-EF00E0FB5F55}"/>
              </a:ext>
            </a:extLst>
          </p:cNvPr>
          <p:cNvSpPr txBox="1">
            <a:spLocks/>
          </p:cNvSpPr>
          <p:nvPr/>
        </p:nvSpPr>
        <p:spPr>
          <a:xfrm>
            <a:off x="7899660" y="1714416"/>
            <a:ext cx="40818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dirty="0"/>
              <a:t>PM</a:t>
            </a:r>
          </a:p>
          <a:p>
            <a:pPr marL="0" lvl="1" indent="0">
              <a:buNone/>
            </a:pPr>
            <a:r>
              <a:rPr lang="fr-FR" dirty="0"/>
              <a:t>Outil de PPM (Project Portfolio Management) qui accompagne les entreprises dans l’organisation de leurs portefeuilles projets.</a:t>
            </a:r>
            <a:endParaRPr lang="fr-FR" dirty="0">
              <a:sym typeface="Wingdings" panose="05000000000000000000" pitchFamily="2" charset="2"/>
            </a:endParaRP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DEA52998-76DF-CDEB-AA35-6C2FC30CCE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6035" y="3704082"/>
            <a:ext cx="1974674" cy="581750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9EEAC2EC-F974-6AB3-B17B-E570DED8C61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6036" y="886996"/>
            <a:ext cx="2095142" cy="581750"/>
          </a:xfrm>
          <a:prstGeom prst="rect">
            <a:avLst/>
          </a:prstGeom>
        </p:spPr>
      </p:pic>
      <p:pic>
        <p:nvPicPr>
          <p:cNvPr id="6" name="Image 5" descr="Une image contenant texte, dessin humoristique, clipart, dessin&#10;&#10;Description générée automatiquement">
            <a:extLst>
              <a:ext uri="{FF2B5EF4-FFF2-40B4-BE49-F238E27FC236}">
                <a16:creationId xmlns:a16="http://schemas.microsoft.com/office/drawing/2014/main" id="{F23E202B-948A-A06C-18D3-883807900E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2" y="4469622"/>
            <a:ext cx="2444056" cy="1922348"/>
          </a:xfrm>
          <a:prstGeom prst="rect">
            <a:avLst/>
          </a:prstGeom>
        </p:spPr>
      </p:pic>
      <p:pic>
        <p:nvPicPr>
          <p:cNvPr id="4" name="Picture 6" descr="logiciel-project-monitor-1">
            <a:extLst>
              <a:ext uri="{FF2B5EF4-FFF2-40B4-BE49-F238E27FC236}">
                <a16:creationId xmlns:a16="http://schemas.microsoft.com/office/drawing/2014/main" id="{1C8835F2-A7F3-1419-D85F-5E4B1B55C682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" b="3540"/>
          <a:stretch>
            <a:fillRect/>
          </a:stretch>
        </p:blipFill>
        <p:spPr bwMode="auto">
          <a:xfrm>
            <a:off x="3403726" y="886996"/>
            <a:ext cx="4081807" cy="207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FB373D10-25E9-58A8-A393-3A9E983457A2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4" b="5284"/>
          <a:stretch>
            <a:fillRect/>
          </a:stretch>
        </p:blipFill>
        <p:spPr bwMode="auto">
          <a:xfrm>
            <a:off x="3497883" y="3704082"/>
            <a:ext cx="4081807" cy="207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724457F-7510-A8EB-229F-9E56B2486BB7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5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2697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Trois modes de commercialisation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80973716-55C9-48A6-B8C2-870731EB6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2323" y="503814"/>
            <a:ext cx="1523999" cy="1523999"/>
          </a:xfrm>
          <a:prstGeom prst="rect">
            <a:avLst/>
          </a:prstGeom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FCEB6ECE-763A-4025-81EF-082655C71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2323" y="2746978"/>
            <a:ext cx="1523999" cy="1523999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03732EC-04CB-475A-8188-4F33A8A9B415}"/>
              </a:ext>
            </a:extLst>
          </p:cNvPr>
          <p:cNvSpPr txBox="1">
            <a:spLocks/>
          </p:cNvSpPr>
          <p:nvPr/>
        </p:nvSpPr>
        <p:spPr>
          <a:xfrm>
            <a:off x="7887666" y="3026130"/>
            <a:ext cx="4159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2000">
                <a:latin typeface="+mj-lt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lang="fr-FR" sz="1400" kern="1200" smtClean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fr-FR" sz="1400" kern="1200" smtClean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fr-FR" sz="1400" kern="120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/>
            <a:r>
              <a:rPr lang="fr-FR" dirty="0">
                <a:sym typeface="Wingdings" panose="05000000000000000000" pitchFamily="2" charset="2"/>
              </a:rPr>
              <a:t>Location des licences</a:t>
            </a:r>
          </a:p>
          <a:p>
            <a:pPr marL="342900" lvl="1"/>
            <a:r>
              <a:rPr lang="fr-FR" dirty="0">
                <a:sym typeface="Wingdings" panose="05000000000000000000" pitchFamily="2" charset="2"/>
              </a:rPr>
              <a:t>Hébergement par Virage</a:t>
            </a:r>
          </a:p>
          <a:p>
            <a:pPr marL="342900" lvl="1"/>
            <a:r>
              <a:rPr lang="fr-FR" dirty="0">
                <a:sym typeface="Wingdings" panose="05000000000000000000" pitchFamily="2" charset="2"/>
              </a:rPr>
              <a:t>Données en France (OVH)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131D25D-C1F8-410F-BDA2-EF00E0FB5F55}"/>
              </a:ext>
            </a:extLst>
          </p:cNvPr>
          <p:cNvSpPr txBox="1">
            <a:spLocks/>
          </p:cNvSpPr>
          <p:nvPr/>
        </p:nvSpPr>
        <p:spPr>
          <a:xfrm>
            <a:off x="7887666" y="757983"/>
            <a:ext cx="37584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342900" lvl="1"/>
            <a:r>
              <a:rPr lang="fr-FR" dirty="0"/>
              <a:t>Acquisition des licences</a:t>
            </a:r>
          </a:p>
          <a:p>
            <a:pPr marL="342900" lvl="1"/>
            <a:r>
              <a:rPr lang="fr-FR" dirty="0">
                <a:sym typeface="Wingdings" panose="05000000000000000000" pitchFamily="2" charset="2"/>
              </a:rPr>
              <a:t>Hébergement chez le client</a:t>
            </a:r>
          </a:p>
          <a:p>
            <a:pPr marL="342900" lvl="1"/>
            <a:r>
              <a:rPr lang="fr-FR" dirty="0">
                <a:sym typeface="Wingdings" panose="05000000000000000000" pitchFamily="2" charset="2"/>
              </a:rPr>
              <a:t>Données chez le client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112CF3CC-1EE5-4C1E-9D04-60DD9904AF78}"/>
              </a:ext>
            </a:extLst>
          </p:cNvPr>
          <p:cNvSpPr txBox="1">
            <a:spLocks/>
          </p:cNvSpPr>
          <p:nvPr/>
        </p:nvSpPr>
        <p:spPr>
          <a:xfrm>
            <a:off x="7887666" y="5304613"/>
            <a:ext cx="4119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342900" lvl="1" indent="-342900"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/>
            <a:r>
              <a:rPr lang="fr-FR" dirty="0">
                <a:sym typeface="Wingdings" panose="05000000000000000000" pitchFamily="2" charset="2"/>
              </a:rPr>
              <a:t>Acquisition des licences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Hébergement par Virage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Données en France (OVH)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05A7125-E295-42E9-ACAC-6DA84C0785C9}"/>
              </a:ext>
            </a:extLst>
          </p:cNvPr>
          <p:cNvSpPr txBox="1"/>
          <p:nvPr/>
        </p:nvSpPr>
        <p:spPr>
          <a:xfrm>
            <a:off x="5863604" y="1040778"/>
            <a:ext cx="2218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+mj-lt"/>
              </a:rPr>
              <a:t>ON PREMISE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FBA7288-D4C9-45B9-9005-C43A1BA120B9}"/>
              </a:ext>
            </a:extLst>
          </p:cNvPr>
          <p:cNvSpPr txBox="1"/>
          <p:nvPr/>
        </p:nvSpPr>
        <p:spPr>
          <a:xfrm>
            <a:off x="5863604" y="5371962"/>
            <a:ext cx="22631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2000" b="1">
                <a:latin typeface="+mj-lt"/>
              </a:defRPr>
            </a:lvl1pPr>
          </a:lstStyle>
          <a:p>
            <a:r>
              <a:rPr lang="fr-FR" sz="2400" dirty="0"/>
              <a:t>ACQUISITION HÉBERGÉE</a:t>
            </a: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69517F94-EBFF-435E-BAD9-F114FDE072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6264" y="4990142"/>
            <a:ext cx="1523999" cy="152399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68898EF-2F1F-48F6-83D8-021055FF90EA}"/>
              </a:ext>
            </a:extLst>
          </p:cNvPr>
          <p:cNvSpPr txBox="1"/>
          <p:nvPr/>
        </p:nvSpPr>
        <p:spPr>
          <a:xfrm>
            <a:off x="5863603" y="3308925"/>
            <a:ext cx="226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+mj-lt"/>
              </a:rPr>
              <a:t>SAAS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13CC666-F8F0-051E-5271-04B00F18E73A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6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5229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Méthodologie agile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9D35771-4DBF-2802-530E-44F94451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263" y="3182462"/>
            <a:ext cx="5581650" cy="3019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F63316-9754-55B3-8C58-4D9DFCEF5C1E}"/>
              </a:ext>
            </a:extLst>
          </p:cNvPr>
          <p:cNvSpPr txBox="1">
            <a:spLocks/>
          </p:cNvSpPr>
          <p:nvPr/>
        </p:nvSpPr>
        <p:spPr>
          <a:xfrm>
            <a:off x="1118074" y="4692175"/>
            <a:ext cx="44064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3429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/>
            <a:r>
              <a:rPr lang="fr-FR" dirty="0">
                <a:sym typeface="Wingdings" panose="05000000000000000000" pitchFamily="2" charset="2"/>
              </a:rPr>
              <a:t>Version découpée en sprints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Tâches individuelles courtes chiffrées par l’équipe de développement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Sprint finalisé par une phase de non-régression</a:t>
            </a:r>
          </a:p>
          <a:p>
            <a:pPr lvl="1"/>
            <a:endParaRPr lang="fr-FR" dirty="0">
              <a:sym typeface="Wingdings" panose="05000000000000000000" pitchFamily="2" charset="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754B06-14AE-F3BD-3E06-F34D17F34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966" y="268627"/>
            <a:ext cx="7824376" cy="3561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F1AEB45-011E-81DD-A5BD-7A2B8742DF5A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7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8482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Technologies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F63316-9754-55B3-8C58-4D9DFCEF5C1E}"/>
              </a:ext>
            </a:extLst>
          </p:cNvPr>
          <p:cNvSpPr txBox="1">
            <a:spLocks/>
          </p:cNvSpPr>
          <p:nvPr/>
        </p:nvSpPr>
        <p:spPr>
          <a:xfrm>
            <a:off x="4775674" y="653645"/>
            <a:ext cx="6654326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342900" lvl="1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1"/>
            <a:r>
              <a:rPr lang="fr-FR" sz="1800" b="1" dirty="0">
                <a:solidFill>
                  <a:srgbClr val="000000"/>
                </a:solidFill>
              </a:rPr>
              <a:t>Frontend</a:t>
            </a:r>
            <a:r>
              <a:rPr lang="fr-FR" sz="18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fr-FR" sz="1800" dirty="0">
                <a:solidFill>
                  <a:srgbClr val="000000"/>
                </a:solidFill>
              </a:rPr>
              <a:t>(1 500 000 lignes de code)</a:t>
            </a:r>
            <a: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  <a:t>.</a:t>
            </a: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b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</a:br>
            <a:endParaRPr lang="fr-FR" sz="18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1"/>
            <a:r>
              <a:rPr lang="fr-FR" sz="1800" b="1" i="0" u="none" strike="noStrike" dirty="0">
                <a:solidFill>
                  <a:srgbClr val="000000"/>
                </a:solidFill>
                <a:effectLst/>
              </a:rPr>
              <a:t>Backend </a:t>
            </a:r>
            <a:r>
              <a:rPr lang="fr-FR" sz="1800" dirty="0">
                <a:solidFill>
                  <a:srgbClr val="000000"/>
                </a:solidFill>
              </a:rPr>
              <a:t>(2 000 000 lignes de code).</a:t>
            </a:r>
            <a:endParaRPr lang="fr-FR" dirty="0">
              <a:sym typeface="Wingdings" panose="05000000000000000000" pitchFamily="2" charset="2"/>
            </a:endParaRPr>
          </a:p>
          <a:p>
            <a:pPr marL="0" lvl="1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lvl="1"/>
            <a:endParaRPr lang="fr-FR" dirty="0">
              <a:sym typeface="Wingdings" panose="05000000000000000000" pitchFamily="2" charset="2"/>
            </a:endParaRPr>
          </a:p>
          <a:p>
            <a:pPr marL="0" lvl="1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lvl="1"/>
            <a:endParaRPr lang="fr-FR" dirty="0">
              <a:sym typeface="Wingdings" panose="05000000000000000000" pitchFamily="2" charset="2"/>
            </a:endParaRPr>
          </a:p>
          <a:p>
            <a:pPr marL="0" lvl="1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lvl="1"/>
            <a:r>
              <a:rPr lang="fr-FR" sz="1800" b="1" dirty="0">
                <a:solidFill>
                  <a:srgbClr val="000000"/>
                </a:solidFill>
              </a:rPr>
              <a:t>Base de données </a:t>
            </a:r>
            <a:r>
              <a:rPr lang="fr-FR" sz="1800" dirty="0">
                <a:solidFill>
                  <a:srgbClr val="000000"/>
                </a:solidFill>
              </a:rPr>
              <a:t>(</a:t>
            </a:r>
            <a:r>
              <a:rPr lang="fr-FR" sz="1800" dirty="0"/>
              <a:t>334 tables)</a:t>
            </a:r>
            <a:r>
              <a:rPr lang="fr-FR" sz="1800" dirty="0">
                <a:sym typeface="Wingdings" panose="05000000000000000000" pitchFamily="2" charset="2"/>
              </a:rPr>
              <a:t>.</a:t>
            </a:r>
            <a:endParaRPr lang="fr-FR" sz="1800" b="1" dirty="0">
              <a:solidFill>
                <a:srgbClr val="000000"/>
              </a:solidFill>
            </a:endParaRPr>
          </a:p>
          <a:p>
            <a:pPr lvl="1"/>
            <a:endParaRPr lang="fr-FR" sz="1800" b="1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0" lvl="1" indent="0">
              <a:buNone/>
            </a:pPr>
            <a:endParaRPr lang="fr-FR" sz="1800" b="1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1"/>
            <a:endParaRPr lang="fr-FR" dirty="0">
              <a:sym typeface="Wingdings" panose="05000000000000000000" pitchFamily="2" charset="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1E6B24F-49C9-06B1-C949-CC5BB8B1B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674" y="5336561"/>
            <a:ext cx="1815626" cy="940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1195D4B-8699-673B-D4A6-CF1012E3C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5427507"/>
            <a:ext cx="1687681" cy="8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AF242F8-661B-496F-19BA-EA23B2625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639" y="5513203"/>
            <a:ext cx="1173162" cy="65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76596A47-4838-4D2B-8F5D-D3C8383429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352" y="3703371"/>
            <a:ext cx="1141648" cy="639122"/>
          </a:xfrm>
          <a:prstGeom prst="rect">
            <a:avLst/>
          </a:prstGeom>
        </p:spPr>
      </p:pic>
      <p:pic>
        <p:nvPicPr>
          <p:cNvPr id="9" name="Image 8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739F58BB-60B0-92DD-60B5-E21B0FA00F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678" y="3730353"/>
            <a:ext cx="2452368" cy="680684"/>
          </a:xfrm>
          <a:prstGeom prst="rect">
            <a:avLst/>
          </a:prstGeom>
        </p:spPr>
      </p:pic>
      <p:pic>
        <p:nvPicPr>
          <p:cNvPr id="13" name="Image 12" descr="Une image contenant Graphique, texte, graphisme, Police&#10;&#10;Description générée automatiquement">
            <a:extLst>
              <a:ext uri="{FF2B5EF4-FFF2-40B4-BE49-F238E27FC236}">
                <a16:creationId xmlns:a16="http://schemas.microsoft.com/office/drawing/2014/main" id="{E3D3A0EE-5269-1D34-4701-0FE962A9D6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116" y="3730352"/>
            <a:ext cx="1361370" cy="680685"/>
          </a:xfrm>
          <a:prstGeom prst="rect">
            <a:avLst/>
          </a:prstGeom>
        </p:spPr>
      </p:pic>
      <p:pic>
        <p:nvPicPr>
          <p:cNvPr id="15" name="Image 14" descr="Une image contenant Police, Graphique, logo, symbole&#10;&#10;Description générée automatiquement">
            <a:extLst>
              <a:ext uri="{FF2B5EF4-FFF2-40B4-BE49-F238E27FC236}">
                <a16:creationId xmlns:a16="http://schemas.microsoft.com/office/drawing/2014/main" id="{C72298DC-4731-D7E0-D076-436A662F8F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899" y="1320898"/>
            <a:ext cx="1884319" cy="512299"/>
          </a:xfrm>
          <a:prstGeom prst="rect">
            <a:avLst/>
          </a:prstGeom>
        </p:spPr>
      </p:pic>
      <p:pic>
        <p:nvPicPr>
          <p:cNvPr id="17" name="Image 16" descr="Une image contenant Graphique, clipart, dessin humoristique, créativité&#10;&#10;Description générée automatiquement">
            <a:extLst>
              <a:ext uri="{FF2B5EF4-FFF2-40B4-BE49-F238E27FC236}">
                <a16:creationId xmlns:a16="http://schemas.microsoft.com/office/drawing/2014/main" id="{2097E6AE-14E5-D070-4950-FFF9FFD640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864" y="1270684"/>
            <a:ext cx="643657" cy="689633"/>
          </a:xfrm>
          <a:prstGeom prst="rect">
            <a:avLst/>
          </a:prstGeom>
        </p:spPr>
      </p:pic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532462F5-F453-3C35-213D-E8B11E835FB8}"/>
              </a:ext>
            </a:extLst>
          </p:cNvPr>
          <p:cNvSpPr txBox="1">
            <a:spLocks/>
          </p:cNvSpPr>
          <p:nvPr/>
        </p:nvSpPr>
        <p:spPr>
          <a:xfrm>
            <a:off x="8102837" y="1348179"/>
            <a:ext cx="14034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342900" lvl="1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sz="2800" b="1" dirty="0">
                <a:solidFill>
                  <a:srgbClr val="525252"/>
                </a:solidFill>
                <a:latin typeface="Aptos Display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  <a:sym typeface="Wingdings" panose="05000000000000000000" pitchFamily="2" charset="2"/>
              </a:rPr>
              <a:t>NGRX</a:t>
            </a:r>
            <a:endParaRPr lang="fr-FR" dirty="0">
              <a:latin typeface="Aptos ExtraBold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  <a:sym typeface="Wingdings" panose="05000000000000000000" pitchFamily="2" charset="2"/>
            </a:endParaRPr>
          </a:p>
        </p:txBody>
      </p:sp>
      <p:pic>
        <p:nvPicPr>
          <p:cNvPr id="5" name="Image 4" descr="Une image contenant dessin, art, Graphique, Magenta&#10;&#10;Description générée automatiquement">
            <a:extLst>
              <a:ext uri="{FF2B5EF4-FFF2-40B4-BE49-F238E27FC236}">
                <a16:creationId xmlns:a16="http://schemas.microsoft.com/office/drawing/2014/main" id="{A6D0D0E1-1638-1E2D-FAC0-2E096EEB12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7" y="4813279"/>
            <a:ext cx="3355809" cy="167538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BAFD442-CB98-93DB-F894-157578A25BE1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8</a:t>
            </a:fld>
            <a:endParaRPr lang="fr-FR" b="1" dirty="0"/>
          </a:p>
        </p:txBody>
      </p:sp>
      <p:pic>
        <p:nvPicPr>
          <p:cNvPr id="1026" name="Picture 2" descr="How to Create A Custom Angular CLI Schematic with Nx Tool">
            <a:extLst>
              <a:ext uri="{FF2B5EF4-FFF2-40B4-BE49-F238E27FC236}">
                <a16:creationId xmlns:a16="http://schemas.microsoft.com/office/drawing/2014/main" id="{AAF44423-3F6E-1633-DEBF-25A47A6B9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688" y="1348179"/>
            <a:ext cx="885023" cy="55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orybook logo transparent PNG - StickPNG">
            <a:extLst>
              <a:ext uri="{FF2B5EF4-FFF2-40B4-BE49-F238E27FC236}">
                <a16:creationId xmlns:a16="http://schemas.microsoft.com/office/drawing/2014/main" id="{820CAA29-75E1-86B3-6B12-D1F6246A4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058" y="2238412"/>
            <a:ext cx="2166920" cy="43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45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781E8-377C-407F-980C-B883F37C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projet de stage</a:t>
            </a:r>
          </a:p>
        </p:txBody>
      </p:sp>
      <p:pic>
        <p:nvPicPr>
          <p:cNvPr id="1026" name="Picture 2" descr="Logiciels Pilotage Projet">
            <a:extLst>
              <a:ext uri="{FF2B5EF4-FFF2-40B4-BE49-F238E27FC236}">
                <a16:creationId xmlns:a16="http://schemas.microsoft.com/office/drawing/2014/main" id="{758BCEE2-17E4-439D-82BE-5D0CC54B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40580" y="1936044"/>
            <a:ext cx="4185730" cy="30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00EB52C-23CF-3B94-F4C8-9553E0C1DF00}"/>
              </a:ext>
            </a:extLst>
          </p:cNvPr>
          <p:cNvSpPr txBox="1"/>
          <p:nvPr/>
        </p:nvSpPr>
        <p:spPr>
          <a:xfrm>
            <a:off x="4885946" y="470232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algn="l">
              <a:buSzPct val="80000"/>
            </a:pPr>
            <a:r>
              <a:rPr lang="fr-FR" sz="3200" dirty="0"/>
              <a:t>Conception du projet.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36A6740-D87F-57CD-4481-1F911C7CB4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56671" y="4756878"/>
            <a:ext cx="438459" cy="43280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FD35F87-1C00-B367-FB4A-C7CADC0ABD2E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9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52189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Le projet de stage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8D96AA-641D-223B-FF4F-2F94561BA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74" y="762000"/>
            <a:ext cx="7077096" cy="51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 descr="Une image contenant texte, dessin, croquis, Dessin au trait&#10;&#10;Description générée automatiquement">
            <a:extLst>
              <a:ext uri="{FF2B5EF4-FFF2-40B4-BE49-F238E27FC236}">
                <a16:creationId xmlns:a16="http://schemas.microsoft.com/office/drawing/2014/main" id="{B97CDE9D-0698-5899-4FD7-308B84C1EA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78" y="4494533"/>
            <a:ext cx="2396563" cy="184357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A7C26CD-5174-A623-7090-9309DF78FB6C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10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37994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Contexte</a:t>
            </a:r>
          </a:p>
        </p:txBody>
      </p:sp>
      <p:pic>
        <p:nvPicPr>
          <p:cNvPr id="10" name="Image 9" descr="Une image contenant dessin, Graphique, croquis, art&#10;&#10;Description générée automatiquement">
            <a:extLst>
              <a:ext uri="{FF2B5EF4-FFF2-40B4-BE49-F238E27FC236}">
                <a16:creationId xmlns:a16="http://schemas.microsoft.com/office/drawing/2014/main" id="{8E8DFF60-27C9-6EDD-37D7-1E5001ECB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68" y="4179071"/>
            <a:ext cx="2262555" cy="226255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81FA0DF-6202-B470-EE99-358492799080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11</a:t>
            </a:fld>
            <a:endParaRPr lang="fr-FR" b="1" dirty="0"/>
          </a:p>
        </p:txBody>
      </p:sp>
      <p:pic>
        <p:nvPicPr>
          <p:cNvPr id="12" name="Image 11" descr="Une image contenant texte, capture d’écran, diagramme, conception&#10;&#10;Description générée automatiquement">
            <a:extLst>
              <a:ext uri="{FF2B5EF4-FFF2-40B4-BE49-F238E27FC236}">
                <a16:creationId xmlns:a16="http://schemas.microsoft.com/office/drawing/2014/main" id="{829F5D16-0BAE-21EB-2CF6-60AD1D6810F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8" t="18485" r="14092" b="17425"/>
          <a:stretch/>
        </p:blipFill>
        <p:spPr>
          <a:xfrm>
            <a:off x="2280032" y="719079"/>
            <a:ext cx="9911968" cy="4991384"/>
          </a:xfrm>
          <a:prstGeom prst="rect">
            <a:avLst/>
          </a:prstGeom>
        </p:spPr>
      </p:pic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E1090F19-4125-58BC-20D9-17B64D7A9EA5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Diagramme de Déploiement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1439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108507" cy="1600200"/>
          </a:xfrm>
        </p:spPr>
        <p:txBody>
          <a:bodyPr/>
          <a:lstStyle/>
          <a:p>
            <a:r>
              <a:rPr lang="fr-FR" dirty="0"/>
              <a:t>Modification d’Ares</a:t>
            </a:r>
          </a:p>
        </p:txBody>
      </p:sp>
      <p:pic>
        <p:nvPicPr>
          <p:cNvPr id="10" name="Image 9" descr="Une image contenant dessin, Graphique, croquis, art&#10;&#10;Description générée automatiquement">
            <a:extLst>
              <a:ext uri="{FF2B5EF4-FFF2-40B4-BE49-F238E27FC236}">
                <a16:creationId xmlns:a16="http://schemas.microsoft.com/office/drawing/2014/main" id="{8E8DFF60-27C9-6EDD-37D7-1E5001ECB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68" y="4179071"/>
            <a:ext cx="2262555" cy="226255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81FA0DF-6202-B470-EE99-358492799080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12</a:t>
            </a:fld>
            <a:endParaRPr lang="fr-FR" b="1" dirty="0"/>
          </a:p>
        </p:txBody>
      </p:sp>
      <p:pic>
        <p:nvPicPr>
          <p:cNvPr id="21" name="Image 20" descr="Une image contenant diagramme, texte, Plan, capture d’écran&#10;&#10;Description générée automatiquement">
            <a:extLst>
              <a:ext uri="{FF2B5EF4-FFF2-40B4-BE49-F238E27FC236}">
                <a16:creationId xmlns:a16="http://schemas.microsoft.com/office/drawing/2014/main" id="{8A62172A-7C1D-28BD-D41E-2535D17B8B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87" t="12577" r="26449" b="12424"/>
          <a:stretch/>
        </p:blipFill>
        <p:spPr>
          <a:xfrm>
            <a:off x="3177914" y="-1"/>
            <a:ext cx="7536873" cy="6858001"/>
          </a:xfrm>
          <a:prstGeom prst="rect">
            <a:avLst/>
          </a:prstGeom>
        </p:spPr>
      </p:pic>
      <p:sp>
        <p:nvSpPr>
          <p:cNvPr id="24" name="Espace réservé du texte 5">
            <a:extLst>
              <a:ext uri="{FF2B5EF4-FFF2-40B4-BE49-F238E27FC236}">
                <a16:creationId xmlns:a16="http://schemas.microsoft.com/office/drawing/2014/main" id="{623C0381-D088-BBC2-3FC2-D9A026E0E726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Diagramme d’activité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418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412347" cy="1600200"/>
          </a:xfrm>
        </p:spPr>
        <p:txBody>
          <a:bodyPr/>
          <a:lstStyle/>
          <a:p>
            <a:r>
              <a:rPr lang="fr-FR" dirty="0"/>
              <a:t>Gestion du projet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4F7AB970-0F8D-02A9-7E81-E07E7D78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057" y="662237"/>
            <a:ext cx="10372358" cy="252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 descr="Une image contenant texte, croquis, dessin, clipart&#10;&#10;Description générée automatiquement">
            <a:extLst>
              <a:ext uri="{FF2B5EF4-FFF2-40B4-BE49-F238E27FC236}">
                <a16:creationId xmlns:a16="http://schemas.microsoft.com/office/drawing/2014/main" id="{DA1433AA-7A2A-B015-48F1-171967AA90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6"/>
          <a:stretch/>
        </p:blipFill>
        <p:spPr>
          <a:xfrm>
            <a:off x="307151" y="4587280"/>
            <a:ext cx="2810953" cy="19689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9EA1A77-9376-B029-A32D-17589897F722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13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61788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412347" cy="1600200"/>
          </a:xfrm>
        </p:spPr>
        <p:txBody>
          <a:bodyPr/>
          <a:lstStyle/>
          <a:p>
            <a:r>
              <a:rPr lang="fr-FR" dirty="0"/>
              <a:t>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E7C4E53-DCDE-E88C-5DFE-930BDC09CEF0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14</a:t>
            </a:fld>
            <a:endParaRPr lang="fr-FR" b="1" dirty="0"/>
          </a:p>
        </p:txBody>
      </p:sp>
      <p:pic>
        <p:nvPicPr>
          <p:cNvPr id="7168" name="Image 7167" descr="Une image contenant diagramme, capture d’écran, conception&#10;&#10;Description générée automatiquement">
            <a:extLst>
              <a:ext uri="{FF2B5EF4-FFF2-40B4-BE49-F238E27FC236}">
                <a16:creationId xmlns:a16="http://schemas.microsoft.com/office/drawing/2014/main" id="{820553EC-A1F8-7AD1-78CC-3DB441B1C9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7" t="26667" r="26146" b="26296"/>
          <a:stretch/>
        </p:blipFill>
        <p:spPr>
          <a:xfrm>
            <a:off x="2959100" y="840527"/>
            <a:ext cx="9232900" cy="517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18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412347" cy="1600200"/>
          </a:xfrm>
        </p:spPr>
        <p:txBody>
          <a:bodyPr/>
          <a:lstStyle/>
          <a:p>
            <a:r>
              <a:rPr lang="fr-FR" dirty="0"/>
              <a:t>Cahier des charges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87818A-B40C-E49A-269A-6264FA6EC800}"/>
              </a:ext>
            </a:extLst>
          </p:cNvPr>
          <p:cNvSpPr txBox="1">
            <a:spLocks/>
          </p:cNvSpPr>
          <p:nvPr/>
        </p:nvSpPr>
        <p:spPr>
          <a:xfrm>
            <a:off x="7772400" y="4923686"/>
            <a:ext cx="441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342900" lvl="1"/>
            <a:r>
              <a:rPr lang="fr-FR" dirty="0"/>
              <a:t>Technologies libres</a:t>
            </a:r>
          </a:p>
          <a:p>
            <a:pPr marL="342900" lvl="1"/>
            <a:r>
              <a:rPr lang="fr-FR" dirty="0"/>
              <a:t>Pas de backend</a:t>
            </a:r>
          </a:p>
          <a:p>
            <a:pPr marL="342900" lvl="1"/>
            <a:r>
              <a:rPr lang="fr-FR" dirty="0"/>
              <a:t>Conservation des fonctionnalités</a:t>
            </a:r>
          </a:p>
          <a:p>
            <a:pPr marL="342900" lvl="1"/>
            <a:r>
              <a:rPr lang="fr-FR" dirty="0"/>
              <a:t>Screenshot dans la BD</a:t>
            </a:r>
          </a:p>
          <a:p>
            <a:pPr marL="342900" lvl="1"/>
            <a:endParaRPr lang="fr-FR" dirty="0"/>
          </a:p>
          <a:p>
            <a:pPr marL="342900" lvl="1"/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5307743-F58E-9E8A-4D2D-4D87FE3F35C8}"/>
              </a:ext>
            </a:extLst>
          </p:cNvPr>
          <p:cNvSpPr txBox="1">
            <a:spLocks/>
          </p:cNvSpPr>
          <p:nvPr/>
        </p:nvSpPr>
        <p:spPr>
          <a:xfrm>
            <a:off x="3375315" y="4923686"/>
            <a:ext cx="4419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sz="2400" b="1" dirty="0"/>
              <a:t>Cahier des charges collaboratif</a:t>
            </a:r>
          </a:p>
          <a:p>
            <a:pPr marL="342900" lvl="1"/>
            <a:endParaRPr lang="fr-FR" sz="1800" dirty="0"/>
          </a:p>
        </p:txBody>
      </p:sp>
      <p:pic>
        <p:nvPicPr>
          <p:cNvPr id="12" name="Image 11" descr="Une image contenant art, dessin, croquis, illustration&#10;&#10;Description générée automatiquement">
            <a:extLst>
              <a:ext uri="{FF2B5EF4-FFF2-40B4-BE49-F238E27FC236}">
                <a16:creationId xmlns:a16="http://schemas.microsoft.com/office/drawing/2014/main" id="{7ED289D1-7383-90C2-C941-E0F5220D24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7" y="3888686"/>
            <a:ext cx="3305908" cy="256488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21431E7-9720-6BE8-6D33-AE0EC95B8AEC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15</a:t>
            </a:fld>
            <a:endParaRPr lang="fr-FR" b="1" dirty="0"/>
          </a:p>
        </p:txBody>
      </p:sp>
      <p:pic>
        <p:nvPicPr>
          <p:cNvPr id="11" name="Image 10" descr="Une image contenant dessin, croquis, Dessin au trait, diagramme&#10;&#10;Description générée automatiquement">
            <a:extLst>
              <a:ext uri="{FF2B5EF4-FFF2-40B4-BE49-F238E27FC236}">
                <a16:creationId xmlns:a16="http://schemas.microsoft.com/office/drawing/2014/main" id="{ECAB1D13-FE60-6DA5-4F78-6789BF73B67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0" t="30606" r="15880" b="30606"/>
          <a:stretch/>
        </p:blipFill>
        <p:spPr>
          <a:xfrm>
            <a:off x="1257434" y="0"/>
            <a:ext cx="10934566" cy="3534404"/>
          </a:xfrm>
          <a:prstGeom prst="rect">
            <a:avLst/>
          </a:prstGeom>
        </p:spPr>
      </p:pic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8C76F4FA-B22F-11D6-9E4F-61269049B669}"/>
              </a:ext>
            </a:extLst>
          </p:cNvPr>
          <p:cNvSpPr txBox="1">
            <a:spLocks/>
          </p:cNvSpPr>
          <p:nvPr/>
        </p:nvSpPr>
        <p:spPr>
          <a:xfrm>
            <a:off x="69407" y="0"/>
            <a:ext cx="2684184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Diagramme de cas d’utilisation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9862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654181" cy="1600200"/>
          </a:xfrm>
        </p:spPr>
        <p:txBody>
          <a:bodyPr/>
          <a:lstStyle/>
          <a:p>
            <a:r>
              <a:rPr lang="fr-FR" dirty="0"/>
              <a:t>Choix technologique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8E0A91-D8F8-F773-4CE5-A3FAFA713E67}"/>
              </a:ext>
            </a:extLst>
          </p:cNvPr>
          <p:cNvSpPr/>
          <p:nvPr/>
        </p:nvSpPr>
        <p:spPr>
          <a:xfrm>
            <a:off x="7502769" y="1992923"/>
            <a:ext cx="1219200" cy="55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CDDBE0E-1E32-068D-A58B-1E02C0B11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611" y="523630"/>
            <a:ext cx="2828390" cy="146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A908516-D98D-0A50-B4EA-29B72B72C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588" y="3618069"/>
            <a:ext cx="1246664" cy="124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175C7F6-A5F2-CD15-ADFA-0EFF575E1A0D}"/>
              </a:ext>
            </a:extLst>
          </p:cNvPr>
          <p:cNvSpPr txBox="1">
            <a:spLocks/>
          </p:cNvSpPr>
          <p:nvPr/>
        </p:nvSpPr>
        <p:spPr>
          <a:xfrm>
            <a:off x="4755770" y="336573"/>
            <a:ext cx="7004429" cy="29033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NO SQL (not only SQL)</a:t>
            </a:r>
          </a:p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Conçu pour traiter et stocker une grande quantité de données non structurées</a:t>
            </a:r>
          </a:p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Garantit une facilité d’évolution de l’organisation de la base de données</a:t>
            </a:r>
          </a:p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Compatibilité avec le SQL</a:t>
            </a:r>
          </a:p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Suite ELK </a:t>
            </a:r>
            <a:r>
              <a:rPr lang="fr-FR" dirty="0">
                <a:solidFill>
                  <a:srgbClr val="000000"/>
                </a:solidFill>
                <a:sym typeface="Wingdings" panose="05000000000000000000" pitchFamily="2" charset="2"/>
              </a:rPr>
              <a:t> Kibana</a:t>
            </a:r>
            <a:endParaRPr lang="fr-FR" dirty="0">
              <a:solidFill>
                <a:srgbClr val="000000"/>
              </a:solidFill>
            </a:endParaRPr>
          </a:p>
          <a:p>
            <a:pPr marL="342900" lvl="1"/>
            <a:endParaRPr lang="fr-FR" dirty="0"/>
          </a:p>
          <a:p>
            <a:pPr marL="342900" lvl="1"/>
            <a:endParaRPr lang="fr-FR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ED85562-9A47-C16B-C671-0C5F5DD2FADC}"/>
              </a:ext>
            </a:extLst>
          </p:cNvPr>
          <p:cNvSpPr txBox="1">
            <a:spLocks/>
          </p:cNvSpPr>
          <p:nvPr/>
        </p:nvSpPr>
        <p:spPr>
          <a:xfrm>
            <a:off x="4755771" y="3618414"/>
            <a:ext cx="7004428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Framework de développement web open-source maintenu par Google</a:t>
            </a:r>
          </a:p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Permet de structurer le code et d’organiser la solution</a:t>
            </a:r>
          </a:p>
          <a:p>
            <a:pPr marL="985851" lvl="1" indent="-269879" defTabSz="914411">
              <a:lnSpc>
                <a:spcPct val="90000"/>
              </a:lnSpc>
              <a:spcBef>
                <a:spcPts val="500"/>
              </a:spcBef>
              <a:buSzPct val="80000"/>
              <a:buBlip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lang="fr-FR" dirty="0">
                <a:solidFill>
                  <a:srgbClr val="000000"/>
                </a:solidFill>
              </a:rPr>
              <a:t>Solution déployée en interne, donc facilement évolutive et maintenable par le reste de l’équipe de développement</a:t>
            </a:r>
          </a:p>
          <a:p>
            <a:pPr marL="342900" lvl="1"/>
            <a:endParaRPr lang="fr-FR" dirty="0"/>
          </a:p>
          <a:p>
            <a:pPr marL="342900" lvl="1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90CA40-8576-E4D4-75C7-6FB480F21F44}"/>
              </a:ext>
            </a:extLst>
          </p:cNvPr>
          <p:cNvSpPr txBox="1"/>
          <p:nvPr/>
        </p:nvSpPr>
        <p:spPr>
          <a:xfrm>
            <a:off x="11517330" y="231100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16</a:t>
            </a:fld>
            <a:endParaRPr lang="fr-FR" b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9B2DC3C-9E3D-EB09-6C86-1D742747FABE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16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03729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94969FAE-2D3F-F30A-B503-B1CB89C5D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277" y="301884"/>
            <a:ext cx="5762625" cy="2695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412347" cy="1600200"/>
          </a:xfrm>
        </p:spPr>
        <p:txBody>
          <a:bodyPr/>
          <a:lstStyle/>
          <a:p>
            <a:r>
              <a:rPr lang="fr-FR" dirty="0"/>
              <a:t>Maquettes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44D2D28-A30F-0B34-F5EF-2A50026D8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968" y="1809750"/>
            <a:ext cx="5762625" cy="3238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4CCCD898-C385-BA2A-F60F-067B9DABE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852" y="3212841"/>
            <a:ext cx="4210050" cy="3343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7F0B8F5-B8C0-0266-C518-3250251F6CC4}"/>
              </a:ext>
            </a:extLst>
          </p:cNvPr>
          <p:cNvSpPr txBox="1">
            <a:spLocks/>
          </p:cNvSpPr>
          <p:nvPr/>
        </p:nvSpPr>
        <p:spPr>
          <a:xfrm>
            <a:off x="1083613" y="4672055"/>
            <a:ext cx="967033" cy="510158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</a:rPr>
              <a:t>Figma</a:t>
            </a:r>
          </a:p>
        </p:txBody>
      </p:sp>
      <p:pic>
        <p:nvPicPr>
          <p:cNvPr id="5" name="Picture 2" descr="Figma - Icônes logo gratuites">
            <a:extLst>
              <a:ext uri="{FF2B5EF4-FFF2-40B4-BE49-F238E27FC236}">
                <a16:creationId xmlns:a16="http://schemas.microsoft.com/office/drawing/2014/main" id="{E575BCBA-AAB7-4876-5314-52BB85888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43" y="4652669"/>
            <a:ext cx="616670" cy="61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1E884EA-ED31-800A-EE35-02C376E6DC50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17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98688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7" y="2382363"/>
            <a:ext cx="3412347" cy="1600200"/>
          </a:xfrm>
        </p:spPr>
        <p:txBody>
          <a:bodyPr/>
          <a:lstStyle/>
          <a:p>
            <a:r>
              <a:rPr lang="fr-FR" dirty="0"/>
              <a:t>Maquettes</a:t>
            </a:r>
          </a:p>
        </p:txBody>
      </p:sp>
      <p:pic>
        <p:nvPicPr>
          <p:cNvPr id="8200" name="Picture 8">
            <a:extLst>
              <a:ext uri="{FF2B5EF4-FFF2-40B4-BE49-F238E27FC236}">
                <a16:creationId xmlns:a16="http://schemas.microsoft.com/office/drawing/2014/main" id="{6D099644-E48E-BE79-5CF0-3F6D5D03C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820" y="139067"/>
            <a:ext cx="8486042" cy="6463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81EDC4FE-6FAA-8FF8-DD50-D214390AB54F}"/>
              </a:ext>
            </a:extLst>
          </p:cNvPr>
          <p:cNvSpPr txBox="1">
            <a:spLocks/>
          </p:cNvSpPr>
          <p:nvPr/>
        </p:nvSpPr>
        <p:spPr>
          <a:xfrm>
            <a:off x="1083613" y="4672055"/>
            <a:ext cx="967033" cy="510158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</a:rPr>
              <a:t>Figma</a:t>
            </a:r>
          </a:p>
        </p:txBody>
      </p:sp>
      <p:pic>
        <p:nvPicPr>
          <p:cNvPr id="4" name="Picture 2" descr="Figma - Icônes logo gratuites">
            <a:extLst>
              <a:ext uri="{FF2B5EF4-FFF2-40B4-BE49-F238E27FC236}">
                <a16:creationId xmlns:a16="http://schemas.microsoft.com/office/drawing/2014/main" id="{65CBB2B1-8D6D-DDF7-5CE6-CAAABDB7E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43" y="4652669"/>
            <a:ext cx="616670" cy="61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8E56116-B851-A0C0-3496-EC13BB17DD4F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18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6918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B3CD94EC-8EB8-4762-8885-F92EBBC5B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1104" y="1700841"/>
            <a:ext cx="7498211" cy="2130965"/>
          </a:xfrm>
        </p:spPr>
        <p:txBody>
          <a:bodyPr/>
          <a:lstStyle/>
          <a:p>
            <a:r>
              <a:rPr lang="fr-FR" dirty="0"/>
              <a:t>Développement de la solution.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AD285D-2D7F-D2A2-EF9B-B0B4EDCE5DAB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19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357090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Base de données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47210-582F-C575-D83D-0D4F409F9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11" y="4266299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C50D46B-1916-8975-4AAA-696AB2A52168}"/>
              </a:ext>
            </a:extLst>
          </p:cNvPr>
          <p:cNvSpPr txBox="1">
            <a:spLocks/>
          </p:cNvSpPr>
          <p:nvPr/>
        </p:nvSpPr>
        <p:spPr>
          <a:xfrm>
            <a:off x="4168611" y="409150"/>
            <a:ext cx="10941377" cy="533778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Mapping de l’index</a:t>
            </a:r>
            <a:endParaRPr lang="fr-FR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CCE8B05-407C-7F73-1946-642268642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421" y="1282700"/>
            <a:ext cx="4865579" cy="536051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E01E7B8-BDAC-83AF-F765-9546B7E1C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899" y="1964994"/>
            <a:ext cx="5556287" cy="361030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6E4D6AA-89E2-C746-9996-D22211A7CEF2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20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64557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Ares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EE61392-FC34-CA21-7BB9-2B8E75433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938" y="261938"/>
            <a:ext cx="4902882" cy="174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DD91970-2C0D-4395-282A-CC26186ABA4A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Client ElasticSearch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0B30674D-63E1-4955-47BD-7260368CC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4" y="2382363"/>
            <a:ext cx="3414177" cy="392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A497FB8A-1D57-7713-95B7-E6C61F90C2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0D84647-5186-81FA-2BBD-26E1BCA25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27" y="5305153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42014BF-68F2-3952-9117-1B2CED44F2B1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21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152623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Ares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DD91970-2C0D-4395-282A-CC26186ABA4A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Client ElasticSearch</a:t>
            </a: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9FFE20B5-14CC-E50A-6C40-0117C834DA5B}"/>
              </a:ext>
            </a:extLst>
          </p:cNvPr>
          <p:cNvSpPr txBox="1">
            <a:spLocks/>
          </p:cNvSpPr>
          <p:nvPr/>
        </p:nvSpPr>
        <p:spPr>
          <a:xfrm>
            <a:off x="3389491" y="410300"/>
            <a:ext cx="63387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</a:rPr>
              <a:t>Création du client en singleton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7F581D82-D752-5278-6965-E23D4D3AC1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4"/>
          <a:stretch/>
        </p:blipFill>
        <p:spPr bwMode="auto">
          <a:xfrm>
            <a:off x="4038600" y="1043504"/>
            <a:ext cx="7395450" cy="540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0F62B7CE-4F05-ADDF-7ACC-0A6487F13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516F912-54C2-5DD2-ED80-58A43FBC8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27" y="5305153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BDAC545-C175-A3B8-69AC-F7A52EBD5066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22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519703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Ares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DD91970-2C0D-4395-282A-CC26186ABA4A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Client ElasticSearch</a:t>
            </a: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9FFE20B5-14CC-E50A-6C40-0117C834DA5B}"/>
              </a:ext>
            </a:extLst>
          </p:cNvPr>
          <p:cNvSpPr txBox="1">
            <a:spLocks/>
          </p:cNvSpPr>
          <p:nvPr/>
        </p:nvSpPr>
        <p:spPr>
          <a:xfrm>
            <a:off x="3389491" y="410300"/>
            <a:ext cx="6338709" cy="649473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</a:rPr>
              <a:t>Export des datas vers la base de données</a:t>
            </a: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063E5229-D8DA-9591-F99B-7AE5E59A16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1"/>
          <a:stretch/>
        </p:blipFill>
        <p:spPr bwMode="auto">
          <a:xfrm>
            <a:off x="3236798" y="1284496"/>
            <a:ext cx="8316947" cy="431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9D47D0AE-EBCD-B150-FEA6-8FDEEC17A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308439E-89DA-763C-4DA6-326654FB3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27" y="5305153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27CEEFA-8C9C-52E2-8BA5-DF2905C6546B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23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475607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Ares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DD91970-2C0D-4395-282A-CC26186ABA4A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Client ElasticSearch</a:t>
            </a: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9FFE20B5-14CC-E50A-6C40-0117C834DA5B}"/>
              </a:ext>
            </a:extLst>
          </p:cNvPr>
          <p:cNvSpPr txBox="1">
            <a:spLocks/>
          </p:cNvSpPr>
          <p:nvPr/>
        </p:nvSpPr>
        <p:spPr>
          <a:xfrm>
            <a:off x="3389491" y="410300"/>
            <a:ext cx="6338709" cy="527546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</a:rPr>
              <a:t>Clôture de la connexion à Elasticsearch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02770185-07C1-495B-80C7-628B95689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9"/>
          <a:stretch/>
        </p:blipFill>
        <p:spPr bwMode="auto">
          <a:xfrm>
            <a:off x="3239095" y="2047009"/>
            <a:ext cx="8789214" cy="327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8C07B526-5615-3772-953D-B8EAC9B33C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C86BB0B-E8A1-56A7-C8AC-934FD6BAD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27" y="5305153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0532E0F-11BA-401C-42DA-CFF9F45324DD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24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58775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Ares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DD91970-2C0D-4395-282A-CC26186ABA4A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Classes d’export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2660505-B13B-7D1A-A35C-86745A7B72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16"/>
          <a:stretch/>
        </p:blipFill>
        <p:spPr bwMode="auto">
          <a:xfrm>
            <a:off x="3570654" y="1555250"/>
            <a:ext cx="5789246" cy="445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69818732-CA55-66C8-76EC-4ADDB8B7B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126" y="1127540"/>
            <a:ext cx="3978474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4EA25414-8829-C225-AC4A-8C9978434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0159969-C05F-3ED8-B00D-4D4B86EF31C4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25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568882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Ares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DD91970-2C0D-4395-282A-CC26186ABA4A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Jeu de test</a:t>
            </a:r>
          </a:p>
        </p:txBody>
      </p:sp>
      <p:pic>
        <p:nvPicPr>
          <p:cNvPr id="4" name="Image 3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70B1E75F-D76A-2BF0-7477-943A7EB16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9D9BF5-79BB-A82D-10B3-69F2715ED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27" y="5305153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9D07E88-B98B-C90F-6275-1BFEC9B4790F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26</a:t>
            </a:fld>
            <a:endParaRPr lang="fr-FR" b="1" dirty="0"/>
          </a:p>
        </p:txBody>
      </p:sp>
      <p:pic>
        <p:nvPicPr>
          <p:cNvPr id="8" name="Image 7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63173F13-1A78-DF17-1EA6-0E8FFC631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955" y="2382363"/>
            <a:ext cx="4225836" cy="1779299"/>
          </a:xfrm>
          <a:prstGeom prst="rect">
            <a:avLst/>
          </a:prstGeom>
        </p:spPr>
      </p:pic>
      <p:pic>
        <p:nvPicPr>
          <p:cNvPr id="10" name="Image 9" descr="Une image contenant texte, capture d’écran, Police, diagramme&#10;&#10;Description générée automatiquement">
            <a:extLst>
              <a:ext uri="{FF2B5EF4-FFF2-40B4-BE49-F238E27FC236}">
                <a16:creationId xmlns:a16="http://schemas.microsoft.com/office/drawing/2014/main" id="{7A4968BA-09F1-0F13-3836-1D5C11A8F98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6" r="-1"/>
          <a:stretch/>
        </p:blipFill>
        <p:spPr>
          <a:xfrm>
            <a:off x="8710246" y="595105"/>
            <a:ext cx="2491997" cy="2833895"/>
          </a:xfrm>
          <a:prstGeom prst="rect">
            <a:avLst/>
          </a:prstGeom>
        </p:spPr>
      </p:pic>
      <p:pic>
        <p:nvPicPr>
          <p:cNvPr id="12" name="Image 11" descr="Une image contenant texte, Police, capture d’écran, diagramme&#10;&#10;Description générée automatiquement">
            <a:extLst>
              <a:ext uri="{FF2B5EF4-FFF2-40B4-BE49-F238E27FC236}">
                <a16:creationId xmlns:a16="http://schemas.microsoft.com/office/drawing/2014/main" id="{07DE61E8-5309-673C-B335-E9A2F6656A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246" y="4133689"/>
            <a:ext cx="2571750" cy="1590675"/>
          </a:xfrm>
          <a:prstGeom prst="rect">
            <a:avLst/>
          </a:prstGeom>
        </p:spPr>
      </p:pic>
      <p:pic>
        <p:nvPicPr>
          <p:cNvPr id="16" name="Image 15" descr="Une image contenant Graphique, graphisme, capture d’écran, Police&#10;&#10;Description générée automatiquement">
            <a:extLst>
              <a:ext uri="{FF2B5EF4-FFF2-40B4-BE49-F238E27FC236}">
                <a16:creationId xmlns:a16="http://schemas.microsoft.com/office/drawing/2014/main" id="{0D7C88FD-F2C7-82AC-2FFF-40A30EACD4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331" y="5229362"/>
            <a:ext cx="1178221" cy="107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75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Organisation développement solution front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FE4B75F0-1764-2C2C-3973-9896F0986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238333"/>
            <a:ext cx="8682037" cy="311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583CB506-34F6-53A8-DC8E-3E6A491C4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994" y="3982563"/>
            <a:ext cx="8215649" cy="227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id="{08FC0857-7D17-7A36-DE22-3DA94DFCB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88" y="4572000"/>
            <a:ext cx="2336698" cy="194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20EB7EE-9F9F-1631-D476-93DF281EB391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27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4914566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2896577" cy="1600200"/>
          </a:xfrm>
        </p:spPr>
        <p:txBody>
          <a:bodyPr/>
          <a:lstStyle/>
          <a:p>
            <a:r>
              <a:rPr lang="fr-FR" dirty="0"/>
              <a:t>Présentation de la solution</a:t>
            </a:r>
          </a:p>
        </p:txBody>
      </p:sp>
      <p:pic>
        <p:nvPicPr>
          <p:cNvPr id="4" name="Image 3" descr="Une image contenant texte, croquis, dessin, illustration&#10;&#10;Description générée automatiquement">
            <a:extLst>
              <a:ext uri="{FF2B5EF4-FFF2-40B4-BE49-F238E27FC236}">
                <a16:creationId xmlns:a16="http://schemas.microsoft.com/office/drawing/2014/main" id="{0FDF6DCB-95B5-0FD8-24CC-C2E6E09EEB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1" b="-1"/>
          <a:stretch/>
        </p:blipFill>
        <p:spPr>
          <a:xfrm>
            <a:off x="139700" y="4598294"/>
            <a:ext cx="3499612" cy="2130751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E090167E-B110-5522-BBF0-B47A0E027F1F}"/>
              </a:ext>
            </a:extLst>
          </p:cNvPr>
          <p:cNvGrpSpPr/>
          <p:nvPr/>
        </p:nvGrpSpPr>
        <p:grpSpPr>
          <a:xfrm>
            <a:off x="6096000" y="1676048"/>
            <a:ext cx="1676400" cy="1113692"/>
            <a:chOff x="6224955" y="2625617"/>
            <a:chExt cx="1676400" cy="1113692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6AB4F0F4-1A02-EEB1-DD43-CD7A41A11BA6}"/>
                </a:ext>
              </a:extLst>
            </p:cNvPr>
            <p:cNvSpPr/>
            <p:nvPr/>
          </p:nvSpPr>
          <p:spPr>
            <a:xfrm>
              <a:off x="6224955" y="2625617"/>
              <a:ext cx="1676400" cy="1113692"/>
            </a:xfrm>
            <a:prstGeom prst="roundRect">
              <a:avLst>
                <a:gd name="adj" fmla="val 33460"/>
              </a:avLst>
            </a:prstGeom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+mj-lt"/>
              </a:endParaRPr>
            </a:p>
          </p:txBody>
        </p:sp>
        <p:sp>
          <p:nvSpPr>
            <p:cNvPr id="12" name="Triangle isocèle 11">
              <a:extLst>
                <a:ext uri="{FF2B5EF4-FFF2-40B4-BE49-F238E27FC236}">
                  <a16:creationId xmlns:a16="http://schemas.microsoft.com/office/drawing/2014/main" id="{EEF2C61A-0462-D922-DC23-18D80DC6199C}"/>
                </a:ext>
              </a:extLst>
            </p:cNvPr>
            <p:cNvSpPr/>
            <p:nvPr/>
          </p:nvSpPr>
          <p:spPr>
            <a:xfrm rot="5400000">
              <a:off x="6904892" y="2912832"/>
              <a:ext cx="504093" cy="53926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+mj-lt"/>
              </a:endParaRPr>
            </a:p>
          </p:txBody>
        </p:sp>
      </p:grp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BB83DAE-5575-74D8-8F63-6EB9C6EAC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502" y="4119901"/>
            <a:ext cx="146685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C4DB7B0-3EC2-1175-FFE3-2D86081BFED2}"/>
              </a:ext>
            </a:extLst>
          </p:cNvPr>
          <p:cNvSpPr txBox="1"/>
          <p:nvPr/>
        </p:nvSpPr>
        <p:spPr>
          <a:xfrm>
            <a:off x="7027983" y="47774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sng" strike="noStrike" dirty="0">
                <a:solidFill>
                  <a:srgbClr val="1155CC"/>
                </a:solidFill>
                <a:effectLst/>
                <a:latin typeface="Montserrat" panose="00000500000000000000" pitchFamily="2" charset="0"/>
                <a:hlinkClick r:id="rId5"/>
              </a:rPr>
              <a:t>https://youtu.be/OLoM-h_gRsE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0E5D778-596A-D570-3E67-E887085A8875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28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150099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Solution Front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4056C4C6-58FF-5929-C305-BAC746BFA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370"/>
          <a:stretch/>
        </p:blipFill>
        <p:spPr bwMode="auto">
          <a:xfrm>
            <a:off x="3824650" y="185262"/>
            <a:ext cx="2855550" cy="554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51D99C32-E193-CC53-1DA0-DB30EB406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30"/>
          <a:stretch/>
        </p:blipFill>
        <p:spPr bwMode="auto">
          <a:xfrm>
            <a:off x="7888650" y="185262"/>
            <a:ext cx="2705100" cy="652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Structure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FF962A7D-4D7F-8EBC-C716-BF061FC7E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93" y="4356968"/>
            <a:ext cx="848079" cy="8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0F1009A-CD9B-6458-6DD3-A8C5C350A523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29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29098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Analyse de code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107B9CD1-2F2E-3FEC-ABBD-5FD68C8CC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"/>
          <a:stretch/>
        </p:blipFill>
        <p:spPr bwMode="auto">
          <a:xfrm>
            <a:off x="3991525" y="405933"/>
            <a:ext cx="6172980" cy="6046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5A603FB9-769A-848C-0ACE-1B4EC0F2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Solution Front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A6A5223-0B1A-14CD-3C2A-D7FDA21633C1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30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1095425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232068" y="32511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Diagramme de Composants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A603FB9-769A-848C-0ACE-1B4EC0F2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Solution Front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A6A5223-0B1A-14CD-3C2A-D7FDA21633C1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31</a:t>
            </a:fld>
            <a:endParaRPr lang="fr-FR" b="1" dirty="0"/>
          </a:p>
        </p:txBody>
      </p:sp>
      <p:pic>
        <p:nvPicPr>
          <p:cNvPr id="5" name="Image 4" descr="Une image contenant texte, diagramme, capture d’écran, conception&#10;&#10;Description générée automatiquement">
            <a:extLst>
              <a:ext uri="{FF2B5EF4-FFF2-40B4-BE49-F238E27FC236}">
                <a16:creationId xmlns:a16="http://schemas.microsoft.com/office/drawing/2014/main" id="{EB543D52-A941-0F54-CCAD-0F98A15A5F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8" t="24993" r="15827" b="24797"/>
          <a:stretch/>
        </p:blipFill>
        <p:spPr>
          <a:xfrm>
            <a:off x="41424" y="1480372"/>
            <a:ext cx="12109152" cy="500829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7D038BD-1EDD-33DC-37BE-F745E607D8BF}"/>
              </a:ext>
            </a:extLst>
          </p:cNvPr>
          <p:cNvSpPr txBox="1"/>
          <p:nvPr/>
        </p:nvSpPr>
        <p:spPr>
          <a:xfrm>
            <a:off x="4488872" y="1664258"/>
            <a:ext cx="236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highlight>
                  <a:srgbClr val="FDE58D"/>
                </a:highlight>
              </a:rPr>
              <a:t>graphique.component.sevice</a:t>
            </a:r>
            <a:endParaRPr lang="fr-FR" sz="1400" b="1" dirty="0">
              <a:highlight>
                <a:srgbClr val="FDE58D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5316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A504DBA-4149-8ADB-ED98-00DEEDFE2603}"/>
              </a:ext>
            </a:extLst>
          </p:cNvPr>
          <p:cNvSpPr txBox="1"/>
          <p:nvPr/>
        </p:nvSpPr>
        <p:spPr>
          <a:xfrm>
            <a:off x="4807212" y="12670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algn="l">
              <a:buSzPct val="80000"/>
            </a:pPr>
            <a:r>
              <a:rPr lang="fr-FR" dirty="0"/>
              <a:t>URL: </a:t>
            </a:r>
            <a:r>
              <a:rPr lang="fr-FR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ares/head/867</a:t>
            </a:r>
            <a:endParaRPr lang="fr-FR" sz="3200" dirty="0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F8D654DF-DB01-F7F0-C1A8-B2F69080C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046" y="1855557"/>
            <a:ext cx="4984403" cy="1326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>
            <a:extLst>
              <a:ext uri="{FF2B5EF4-FFF2-40B4-BE49-F238E27FC236}">
                <a16:creationId xmlns:a16="http://schemas.microsoft.com/office/drawing/2014/main" id="{EB95F09A-3358-B744-7ADE-9CAC3E89A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046" y="4358160"/>
            <a:ext cx="7083316" cy="158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CAE84D2-DCBC-A26D-206B-79EC3FC34D7D}"/>
              </a:ext>
            </a:extLst>
          </p:cNvPr>
          <p:cNvCxnSpPr/>
          <p:nvPr/>
        </p:nvCxnSpPr>
        <p:spPr>
          <a:xfrm>
            <a:off x="6006959" y="5451231"/>
            <a:ext cx="399708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20DBD77D-8133-4702-F37F-006FA63DF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93" y="4356968"/>
            <a:ext cx="848079" cy="8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2D5B4769-AEC1-D221-A342-0807725D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Solution Front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0A1C74-8274-2F7E-D8BD-4414DCE145B1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32</a:t>
            </a:fld>
            <a:endParaRPr lang="fr-FR" b="1" dirty="0"/>
          </a:p>
        </p:txBody>
      </p:sp>
      <p:sp>
        <p:nvSpPr>
          <p:cNvPr id="2" name="Espace réservé du texte 5">
            <a:extLst>
              <a:ext uri="{FF2B5EF4-FFF2-40B4-BE49-F238E27FC236}">
                <a16:creationId xmlns:a16="http://schemas.microsoft.com/office/drawing/2014/main" id="{F6FD8E62-B591-2961-514F-2A1EDE079635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Analyse de code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4AAD6C8A-07B2-ABAB-0D2B-639FDF87314C}"/>
              </a:ext>
            </a:extLst>
          </p:cNvPr>
          <p:cNvSpPr txBox="1">
            <a:spLocks/>
          </p:cNvSpPr>
          <p:nvPr/>
        </p:nvSpPr>
        <p:spPr>
          <a:xfrm>
            <a:off x="3637740" y="3780919"/>
            <a:ext cx="3583364" cy="327671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0" i="1" u="none" strike="noStrike" dirty="0" err="1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Scenario</a:t>
            </a:r>
            <a:r>
              <a:rPr lang="fr-FR" sz="1800" b="0" i="1" dirty="0" err="1">
                <a:solidFill>
                  <a:srgbClr val="3C78D8"/>
                </a:solidFill>
                <a:latin typeface="Montserrat" panose="00000500000000000000" pitchFamily="2" charset="0"/>
              </a:rPr>
              <a:t>.</a:t>
            </a:r>
            <a:r>
              <a:rPr lang="fr-FR" sz="1800" b="0" i="1" u="none" strike="noStrike" dirty="0" err="1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component</a:t>
            </a:r>
            <a:r>
              <a:rPr lang="fr-FR" sz="1800" b="0" i="1" dirty="0" err="1">
                <a:solidFill>
                  <a:srgbClr val="3C78D8"/>
                </a:solidFill>
                <a:latin typeface="Montserrat" panose="00000500000000000000" pitchFamily="2" charset="0"/>
              </a:rPr>
              <a:t>.</a:t>
            </a:r>
            <a:r>
              <a:rPr lang="fr-FR" sz="1800" b="0" i="1" u="none" strike="noStrike" dirty="0" err="1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service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endParaRPr lang="fr-FR" dirty="0"/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BB61BADA-E6FA-E5D6-1831-A813D58C8D4E}"/>
              </a:ext>
            </a:extLst>
          </p:cNvPr>
          <p:cNvSpPr txBox="1">
            <a:spLocks/>
          </p:cNvSpPr>
          <p:nvPr/>
        </p:nvSpPr>
        <p:spPr>
          <a:xfrm>
            <a:off x="3637740" y="598010"/>
            <a:ext cx="3583364" cy="327671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app-</a:t>
            </a:r>
            <a:r>
              <a:rPr lang="fr-FR" sz="1800" b="0" i="1" u="none" strike="noStrike" dirty="0" err="1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routing</a:t>
            </a:r>
            <a:r>
              <a:rPr lang="fr-FR" sz="1800" b="0" i="1" dirty="0" err="1">
                <a:solidFill>
                  <a:srgbClr val="3C78D8"/>
                </a:solidFill>
                <a:latin typeface="Montserrat" panose="00000500000000000000" pitchFamily="2" charset="0"/>
              </a:rPr>
              <a:t>.</a:t>
            </a:r>
            <a:r>
              <a:rPr lang="fr-FR" sz="1800" b="0" i="1" u="none" strike="noStrike" dirty="0" err="1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module</a:t>
            </a:r>
            <a:r>
              <a:rPr lang="fr-FR" sz="1800" b="0" i="1" dirty="0" err="1">
                <a:solidFill>
                  <a:srgbClr val="3C78D8"/>
                </a:solidFill>
                <a:latin typeface="Montserrat" panose="00000500000000000000" pitchFamily="2" charset="0"/>
              </a:rPr>
              <a:t>.</a:t>
            </a:r>
            <a:r>
              <a:rPr lang="fr-FR" sz="1800" b="0" i="1" u="none" strike="noStrike" dirty="0" err="1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759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3060155" cy="2013755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u="none" strike="noStrike" dirty="0">
                <a:solidFill>
                  <a:srgbClr val="3C78D8"/>
                </a:solidFill>
                <a:effectLst/>
                <a:latin typeface="Montserrat" panose="00000500000000000000" pitchFamily="2" charset="0"/>
              </a:rPr>
              <a:t>scenarioService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endParaRPr lang="fr-FR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C821926E-B62A-1C49-D325-2E9958636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834" y="90447"/>
            <a:ext cx="5715733" cy="672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CAE84D2-DCBC-A26D-206B-79EC3FC34D7D}"/>
              </a:ext>
            </a:extLst>
          </p:cNvPr>
          <p:cNvCxnSpPr>
            <a:cxnSpLocks/>
          </p:cNvCxnSpPr>
          <p:nvPr/>
        </p:nvCxnSpPr>
        <p:spPr>
          <a:xfrm>
            <a:off x="5824414" y="1500554"/>
            <a:ext cx="133001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28" name="Picture 4">
            <a:extLst>
              <a:ext uri="{FF2B5EF4-FFF2-40B4-BE49-F238E27FC236}">
                <a16:creationId xmlns:a16="http://schemas.microsoft.com/office/drawing/2014/main" id="{D143C546-DE13-E70F-FDC1-24A40E1D4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030" y="3192375"/>
            <a:ext cx="2985889" cy="348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7E2F558-8A61-7EDF-4085-5ECF76B812F2}"/>
              </a:ext>
            </a:extLst>
          </p:cNvPr>
          <p:cNvCxnSpPr>
            <a:cxnSpLocks/>
          </p:cNvCxnSpPr>
          <p:nvPr/>
        </p:nvCxnSpPr>
        <p:spPr>
          <a:xfrm>
            <a:off x="6243514" y="1500554"/>
            <a:ext cx="0" cy="12345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4699078-0E93-028D-668E-4F7439B71E5C}"/>
              </a:ext>
            </a:extLst>
          </p:cNvPr>
          <p:cNvCxnSpPr>
            <a:cxnSpLocks/>
          </p:cNvCxnSpPr>
          <p:nvPr/>
        </p:nvCxnSpPr>
        <p:spPr>
          <a:xfrm>
            <a:off x="6243514" y="1624013"/>
            <a:ext cx="22519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6">
            <a:extLst>
              <a:ext uri="{FF2B5EF4-FFF2-40B4-BE49-F238E27FC236}">
                <a16:creationId xmlns:a16="http://schemas.microsoft.com/office/drawing/2014/main" id="{8F49751F-93EB-C5EA-6023-D8F6816C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93" y="4356968"/>
            <a:ext cx="848079" cy="8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0C41B-A0B5-DE3B-4D0F-DC5FCD5CA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49817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04DD191B-3A79-C879-349E-34FB2261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Solution Front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EA62A4-A2C7-0997-456B-797B8D6D3B41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33</a:t>
            </a:fld>
            <a:endParaRPr lang="fr-FR" b="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2E9EAC1-90DE-C1B6-49FB-BFCD06241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030" y="104882"/>
            <a:ext cx="3635970" cy="3087493"/>
          </a:xfrm>
          <a:prstGeom prst="rect">
            <a:avLst/>
          </a:prstGeom>
        </p:spPr>
      </p:pic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6D4A9B50-166F-0E0F-4BA1-C2D2163120A6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Analyse de code</a:t>
            </a:r>
          </a:p>
        </p:txBody>
      </p:sp>
    </p:spTree>
    <p:extLst>
      <p:ext uri="{BB962C8B-B14F-4D97-AF65-F5344CB8AC3E}">
        <p14:creationId xmlns:p14="http://schemas.microsoft.com/office/powerpoint/2010/main" val="3169345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2" y="600490"/>
            <a:ext cx="2197672" cy="2013755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Analyse de code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HttpClient 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endParaRPr lang="fr-FR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D05163AF-9EC0-43F8-BDA2-A5C0E30E7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952" y="2382363"/>
            <a:ext cx="6056406" cy="201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CB0192E0-F98A-EBCF-7BCB-BD23CDFA1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93" y="4356968"/>
            <a:ext cx="848079" cy="8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B49EF3-2603-7D9A-463E-CFAB8244E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49817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BA6CC413-53EA-8FCF-A5A8-C7503E302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Solution Front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FC1BB83-8B90-ADD4-7205-E6BB8ADF9907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34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18086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3060155" cy="1781873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Analyse de code</a:t>
            </a:r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Exemple de requête complexe 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endParaRPr lang="fr-FR" dirty="0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1348E983-7AB2-9718-D60F-1D8C4BB24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78" y="1491426"/>
            <a:ext cx="2568415" cy="215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>
            <a:extLst>
              <a:ext uri="{FF2B5EF4-FFF2-40B4-BE49-F238E27FC236}">
                <a16:creationId xmlns:a16="http://schemas.microsoft.com/office/drawing/2014/main" id="{8133CA15-1C9B-8735-A6F1-592AA8136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393" y="111671"/>
            <a:ext cx="7465035" cy="637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2748DF4-CF77-B91C-83B1-DB41D2CE7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49817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63378BCF-A827-34CF-22A6-798BF79D8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93" y="4356968"/>
            <a:ext cx="848079" cy="8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12EAA10B-B020-C82F-2A31-F56C641A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Solution Front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8846EE-5602-338D-C260-D354E4E6761C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35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52687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382363"/>
            <a:ext cx="3342054" cy="1600200"/>
          </a:xfrm>
        </p:spPr>
        <p:txBody>
          <a:bodyPr/>
          <a:lstStyle/>
          <a:p>
            <a:r>
              <a:rPr lang="fr-FR" dirty="0"/>
              <a:t>Ares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DD91970-2C0D-4395-282A-CC26186ABA4A}"/>
              </a:ext>
            </a:extLst>
          </p:cNvPr>
          <p:cNvSpPr txBox="1">
            <a:spLocks/>
          </p:cNvSpPr>
          <p:nvPr/>
        </p:nvSpPr>
        <p:spPr>
          <a:xfrm>
            <a:off x="163691" y="600491"/>
            <a:ext cx="2439809" cy="1266410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Jeu de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D9BF5-79BB-A82D-10B3-69F2715ED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78" y="5306492"/>
            <a:ext cx="1929178" cy="100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9D07E88-B98B-C90F-6275-1BFEC9B4790F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36</a:t>
            </a:fld>
            <a:endParaRPr lang="fr-FR" b="1" dirty="0"/>
          </a:p>
        </p:txBody>
      </p:sp>
      <p:pic>
        <p:nvPicPr>
          <p:cNvPr id="10" name="Image 9" descr="Une image contenant texte, capture d’écran, Police, diagramme&#10;&#10;Description générée automatiquement">
            <a:extLst>
              <a:ext uri="{FF2B5EF4-FFF2-40B4-BE49-F238E27FC236}">
                <a16:creationId xmlns:a16="http://schemas.microsoft.com/office/drawing/2014/main" id="{7A4968BA-09F1-0F13-3836-1D5C11A8F9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6" r="-1"/>
          <a:stretch/>
        </p:blipFill>
        <p:spPr>
          <a:xfrm>
            <a:off x="9076306" y="449953"/>
            <a:ext cx="2491997" cy="2833895"/>
          </a:xfrm>
          <a:prstGeom prst="rect">
            <a:avLst/>
          </a:prstGeom>
        </p:spPr>
      </p:pic>
      <p:pic>
        <p:nvPicPr>
          <p:cNvPr id="12" name="Image 11" descr="Une image contenant texte, Police, capture d’écran, diagramme&#10;&#10;Description générée automatiquement">
            <a:extLst>
              <a:ext uri="{FF2B5EF4-FFF2-40B4-BE49-F238E27FC236}">
                <a16:creationId xmlns:a16="http://schemas.microsoft.com/office/drawing/2014/main" id="{07DE61E8-5309-673C-B335-E9A2F6656A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429" y="3982563"/>
            <a:ext cx="2571750" cy="1590675"/>
          </a:xfrm>
          <a:prstGeom prst="rect">
            <a:avLst/>
          </a:prstGeom>
        </p:spPr>
      </p:pic>
      <p:pic>
        <p:nvPicPr>
          <p:cNvPr id="16" name="Image 15" descr="Une image contenant Graphique, graphisme, capture d’écran, Police&#10;&#10;Description générée automatiquement">
            <a:extLst>
              <a:ext uri="{FF2B5EF4-FFF2-40B4-BE49-F238E27FC236}">
                <a16:creationId xmlns:a16="http://schemas.microsoft.com/office/drawing/2014/main" id="{0D7C88FD-F2C7-82AC-2FFF-40A30EACD4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45" y="5230701"/>
            <a:ext cx="1178221" cy="1077961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7E81F34-BE42-9C9A-3A83-220C273AB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28" y="4275729"/>
            <a:ext cx="848079" cy="8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D0633671-D895-4729-ED47-09D17286C9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007" y="1140474"/>
            <a:ext cx="5294398" cy="408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7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FB217-AFF5-412D-8302-5783CE54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Complément au projet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10B4C99-D732-4977-925B-25802FE2E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624" y="979601"/>
            <a:ext cx="3398676" cy="87006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A42F2D2-D3E1-457C-81D8-14776A1E656E}"/>
              </a:ext>
            </a:extLst>
          </p:cNvPr>
          <p:cNvSpPr txBox="1"/>
          <p:nvPr/>
        </p:nvSpPr>
        <p:spPr>
          <a:xfrm>
            <a:off x="4885946" y="475687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algn="l">
              <a:buSzPct val="80000"/>
            </a:pPr>
            <a:r>
              <a:rPr lang="fr-FR" sz="3200" dirty="0"/>
              <a:t>Réalisation d’une API REST.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E29E473-4889-4099-9339-D94E0D639D0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956671" y="4756878"/>
            <a:ext cx="438459" cy="43280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C60875B-CA98-F6BA-0B45-BEA8446BF36D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37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10312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186453"/>
            <a:ext cx="3342054" cy="79611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API REST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3060155" cy="2388895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UPDATE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Structure de mesure</a:t>
            </a:r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UPDATE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63B5FC-C532-417E-CFB9-ABE3C275F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096" y="2017884"/>
            <a:ext cx="8976904" cy="238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92FAA66-9D0F-C7D3-A0F0-E1B16BCF47C2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38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2887118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64F4B78-3FB8-076A-9AD2-2D8DC3F216EC}"/>
              </a:ext>
            </a:extLst>
          </p:cNvPr>
          <p:cNvSpPr/>
          <p:nvPr/>
        </p:nvSpPr>
        <p:spPr>
          <a:xfrm>
            <a:off x="4431321" y="4884249"/>
            <a:ext cx="7115907" cy="187758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B0EB7C-889E-B5A2-F2B7-DFE3F61123A1}"/>
              </a:ext>
            </a:extLst>
          </p:cNvPr>
          <p:cNvSpPr/>
          <p:nvPr/>
        </p:nvSpPr>
        <p:spPr>
          <a:xfrm>
            <a:off x="4431323" y="1359877"/>
            <a:ext cx="7115908" cy="342313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C6A96-E313-8659-3016-522DF9858913}"/>
              </a:ext>
            </a:extLst>
          </p:cNvPr>
          <p:cNvSpPr/>
          <p:nvPr/>
        </p:nvSpPr>
        <p:spPr>
          <a:xfrm>
            <a:off x="4431322" y="96165"/>
            <a:ext cx="7115907" cy="116795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5941DC-9133-5F7B-6E09-6D4A4E97CE14}"/>
              </a:ext>
            </a:extLst>
          </p:cNvPr>
          <p:cNvSpPr/>
          <p:nvPr/>
        </p:nvSpPr>
        <p:spPr>
          <a:xfrm>
            <a:off x="4631159" y="5016708"/>
            <a:ext cx="3762564" cy="1640859"/>
          </a:xfrm>
          <a:prstGeom prst="rect">
            <a:avLst/>
          </a:prstGeom>
          <a:solidFill>
            <a:srgbClr val="A2F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0FDF3C-69EF-9E75-5479-7ECB592EFF40}"/>
              </a:ext>
            </a:extLst>
          </p:cNvPr>
          <p:cNvSpPr/>
          <p:nvPr/>
        </p:nvSpPr>
        <p:spPr>
          <a:xfrm>
            <a:off x="4631159" y="3697067"/>
            <a:ext cx="3762564" cy="9419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8E922E-246B-9DAC-DA85-235F141BA61E}"/>
              </a:ext>
            </a:extLst>
          </p:cNvPr>
          <p:cNvSpPr/>
          <p:nvPr/>
        </p:nvSpPr>
        <p:spPr>
          <a:xfrm>
            <a:off x="4631159" y="2597743"/>
            <a:ext cx="3762564" cy="9419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1C5760-09B2-2B41-F415-C184C42E79E2}"/>
              </a:ext>
            </a:extLst>
          </p:cNvPr>
          <p:cNvSpPr/>
          <p:nvPr/>
        </p:nvSpPr>
        <p:spPr>
          <a:xfrm>
            <a:off x="4631159" y="200432"/>
            <a:ext cx="3762564" cy="941904"/>
          </a:xfrm>
          <a:prstGeom prst="rect">
            <a:avLst/>
          </a:prstGeom>
          <a:solidFill>
            <a:srgbClr val="FDE5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43B93A-EA53-B81F-5ED2-1B489B28F789}"/>
              </a:ext>
            </a:extLst>
          </p:cNvPr>
          <p:cNvSpPr/>
          <p:nvPr/>
        </p:nvSpPr>
        <p:spPr>
          <a:xfrm>
            <a:off x="4631159" y="1502798"/>
            <a:ext cx="3762564" cy="9419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2251263" cy="2628989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Architecture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8DCD9A1-ADE8-327E-52AD-8E31B5575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186453"/>
            <a:ext cx="3342054" cy="79611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API REST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5D25ED2-A5E2-8E8D-75F2-F19B461894EC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39</a:t>
            </a:fld>
            <a:endParaRPr lang="fr-FR" b="1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77B2F77-E0AF-1396-50E9-E37ECFED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681" y="256101"/>
            <a:ext cx="848079" cy="8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E454F68-ABF2-2089-9E17-358F928688BE}"/>
              </a:ext>
            </a:extLst>
          </p:cNvPr>
          <p:cNvSpPr txBox="1">
            <a:spLocks/>
          </p:cNvSpPr>
          <p:nvPr/>
        </p:nvSpPr>
        <p:spPr>
          <a:xfrm>
            <a:off x="4844800" y="599227"/>
            <a:ext cx="3862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Couche présentation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3DE464ED-3500-FD98-74B1-7595E7BF9C79}"/>
              </a:ext>
            </a:extLst>
          </p:cNvPr>
          <p:cNvSpPr txBox="1">
            <a:spLocks/>
          </p:cNvSpPr>
          <p:nvPr/>
        </p:nvSpPr>
        <p:spPr>
          <a:xfrm>
            <a:off x="4844801" y="1515246"/>
            <a:ext cx="330273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Couche contrôler</a:t>
            </a:r>
          </a:p>
          <a:p>
            <a:pPr marL="0" lvl="1" indent="0">
              <a:buNone/>
            </a:pPr>
            <a:endParaRPr lang="fr-FR" sz="1000" dirty="0"/>
          </a:p>
          <a:p>
            <a:pPr marL="342900" lvl="1"/>
            <a:r>
              <a:rPr lang="fr-FR" dirty="0"/>
              <a:t>BudgetStructureControler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C8317415-B586-059B-20E7-1785BFF21065}"/>
              </a:ext>
            </a:extLst>
          </p:cNvPr>
          <p:cNvSpPr txBox="1">
            <a:spLocks/>
          </p:cNvSpPr>
          <p:nvPr/>
        </p:nvSpPr>
        <p:spPr>
          <a:xfrm>
            <a:off x="4844800" y="2656238"/>
            <a:ext cx="35489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Couche service</a:t>
            </a:r>
          </a:p>
          <a:p>
            <a:pPr marL="0" lvl="1" indent="0">
              <a:buNone/>
            </a:pPr>
            <a:endParaRPr lang="fr-FR" sz="1000" dirty="0"/>
          </a:p>
          <a:p>
            <a:pPr marL="342900" lvl="1"/>
            <a:r>
              <a:rPr lang="fr-FR" dirty="0"/>
              <a:t>BudgetStructureServiceImpl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1921A26-F032-04FC-47B6-F59DA4B6EBBE}"/>
              </a:ext>
            </a:extLst>
          </p:cNvPr>
          <p:cNvSpPr txBox="1">
            <a:spLocks/>
          </p:cNvSpPr>
          <p:nvPr/>
        </p:nvSpPr>
        <p:spPr>
          <a:xfrm>
            <a:off x="4844800" y="3756691"/>
            <a:ext cx="24586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Couche persistance</a:t>
            </a:r>
          </a:p>
          <a:p>
            <a:pPr marL="0" lvl="1" indent="0">
              <a:buNone/>
            </a:pPr>
            <a:endParaRPr lang="fr-FR" sz="1000" dirty="0"/>
          </a:p>
          <a:p>
            <a:pPr marL="342900" lvl="1"/>
            <a:r>
              <a:rPr lang="fr-FR" dirty="0"/>
              <a:t>ObjectRepository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CC7CDEE5-D297-EDEE-DF4F-A89FF7F7A829}"/>
              </a:ext>
            </a:extLst>
          </p:cNvPr>
          <p:cNvSpPr txBox="1">
            <a:spLocks/>
          </p:cNvSpPr>
          <p:nvPr/>
        </p:nvSpPr>
        <p:spPr>
          <a:xfrm>
            <a:off x="4844800" y="5005370"/>
            <a:ext cx="291587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Base de données</a:t>
            </a:r>
          </a:p>
          <a:p>
            <a:pPr marL="0" lvl="1" indent="0">
              <a:buNone/>
            </a:pPr>
            <a:endParaRPr lang="fr-FR" sz="1000" dirty="0"/>
          </a:p>
          <a:p>
            <a:pPr marL="342900" lvl="1"/>
            <a:r>
              <a:rPr lang="fr-FR" dirty="0"/>
              <a:t>Microsoft SQL Server</a:t>
            </a:r>
          </a:p>
          <a:p>
            <a:pPr marL="342900" lvl="1"/>
            <a:r>
              <a:rPr lang="fr-FR" dirty="0"/>
              <a:t>PostgreSQL</a:t>
            </a:r>
          </a:p>
          <a:p>
            <a:pPr marL="342900" lvl="1"/>
            <a:r>
              <a:rPr lang="fr-FR" dirty="0"/>
              <a:t>Oracle</a:t>
            </a:r>
          </a:p>
          <a:p>
            <a:pPr marL="342900" lvl="1"/>
            <a:endParaRPr lang="fr-FR" dirty="0"/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6056BF2D-D7C4-669C-E469-4995C5FF67AE}"/>
              </a:ext>
            </a:extLst>
          </p:cNvPr>
          <p:cNvSpPr txBox="1">
            <a:spLocks/>
          </p:cNvSpPr>
          <p:nvPr/>
        </p:nvSpPr>
        <p:spPr>
          <a:xfrm>
            <a:off x="10608000" y="200432"/>
            <a:ext cx="1280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Front</a:t>
            </a: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BF46D8BA-D39D-307C-4303-C7B20DCA1785}"/>
              </a:ext>
            </a:extLst>
          </p:cNvPr>
          <p:cNvSpPr txBox="1">
            <a:spLocks/>
          </p:cNvSpPr>
          <p:nvPr/>
        </p:nvSpPr>
        <p:spPr>
          <a:xfrm>
            <a:off x="10701471" y="1484048"/>
            <a:ext cx="1280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Back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38BE4B5B-2FD8-96E2-7B16-FB77623CCAAB}"/>
              </a:ext>
            </a:extLst>
          </p:cNvPr>
          <p:cNvSpPr txBox="1">
            <a:spLocks/>
          </p:cNvSpPr>
          <p:nvPr/>
        </p:nvSpPr>
        <p:spPr>
          <a:xfrm>
            <a:off x="10673832" y="4952845"/>
            <a:ext cx="1280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b="1" dirty="0"/>
              <a:t>BDD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46750B47-0B75-3FBE-FD7A-27B19012D433}"/>
              </a:ext>
            </a:extLst>
          </p:cNvPr>
          <p:cNvSpPr txBox="1">
            <a:spLocks/>
          </p:cNvSpPr>
          <p:nvPr/>
        </p:nvSpPr>
        <p:spPr>
          <a:xfrm>
            <a:off x="7591165" y="1502399"/>
            <a:ext cx="925650" cy="325013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dirty="0"/>
              <a:t>UPDATE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3F33FBB4-23C1-D8A1-211F-A199C8FCEFEA}"/>
              </a:ext>
            </a:extLst>
          </p:cNvPr>
          <p:cNvSpPr txBox="1">
            <a:spLocks/>
          </p:cNvSpPr>
          <p:nvPr/>
        </p:nvSpPr>
        <p:spPr>
          <a:xfrm>
            <a:off x="7591165" y="2608127"/>
            <a:ext cx="925650" cy="325013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dirty="0"/>
              <a:t>UPDATE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28" name="Espace réservé du texte 5">
            <a:extLst>
              <a:ext uri="{FF2B5EF4-FFF2-40B4-BE49-F238E27FC236}">
                <a16:creationId xmlns:a16="http://schemas.microsoft.com/office/drawing/2014/main" id="{724BA4AA-AB7D-0650-7171-27D94568EC51}"/>
              </a:ext>
            </a:extLst>
          </p:cNvPr>
          <p:cNvSpPr txBox="1">
            <a:spLocks/>
          </p:cNvSpPr>
          <p:nvPr/>
        </p:nvSpPr>
        <p:spPr>
          <a:xfrm>
            <a:off x="7591165" y="3713855"/>
            <a:ext cx="925650" cy="325013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dirty="0"/>
              <a:t>UPDATE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30" name="Image 29" descr="Une image contenant Graphique, texte, graphisme, Police&#10;&#10;Description générée automatiquement">
            <a:extLst>
              <a:ext uri="{FF2B5EF4-FFF2-40B4-BE49-F238E27FC236}">
                <a16:creationId xmlns:a16="http://schemas.microsoft.com/office/drawing/2014/main" id="{16D72B5D-418E-CCD3-3BCA-9390315DCA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437" y="2678547"/>
            <a:ext cx="1184022" cy="592011"/>
          </a:xfrm>
          <a:prstGeom prst="rect">
            <a:avLst/>
          </a:prstGeom>
        </p:spPr>
      </p:pic>
      <p:pic>
        <p:nvPicPr>
          <p:cNvPr id="31" name="Image 30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DE1BB28C-5A6B-6615-8B06-98E221DC6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316" y="3930914"/>
            <a:ext cx="1849414" cy="513327"/>
          </a:xfrm>
          <a:prstGeom prst="rect">
            <a:avLst/>
          </a:prstGeom>
        </p:spPr>
      </p:pic>
      <p:pic>
        <p:nvPicPr>
          <p:cNvPr id="2050" name="Picture 4">
            <a:extLst>
              <a:ext uri="{FF2B5EF4-FFF2-40B4-BE49-F238E27FC236}">
                <a16:creationId xmlns:a16="http://schemas.microsoft.com/office/drawing/2014/main" id="{A6E20611-FF68-6F41-E75B-8105B10E7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461" y="5662914"/>
            <a:ext cx="1036058" cy="52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6">
            <a:extLst>
              <a:ext uri="{FF2B5EF4-FFF2-40B4-BE49-F238E27FC236}">
                <a16:creationId xmlns:a16="http://schemas.microsoft.com/office/drawing/2014/main" id="{7C1BE9FA-AB80-2B13-EBC4-EAB8F6274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611" y="6273224"/>
            <a:ext cx="720197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Image 2073" descr="Une image contenant Graphique, graphisme, art, conception&#10;&#10;Description générée automatiquement">
            <a:extLst>
              <a:ext uri="{FF2B5EF4-FFF2-40B4-BE49-F238E27FC236}">
                <a16:creationId xmlns:a16="http://schemas.microsoft.com/office/drawing/2014/main" id="{F64ACF2D-458A-3AE1-530E-78E6C44843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364" y="4927056"/>
            <a:ext cx="902201" cy="676651"/>
          </a:xfrm>
          <a:prstGeom prst="rect">
            <a:avLst/>
          </a:prstGeom>
        </p:spPr>
      </p:pic>
      <p:cxnSp>
        <p:nvCxnSpPr>
          <p:cNvPr id="2076" name="Connecteur droit avec flèche 2075">
            <a:extLst>
              <a:ext uri="{FF2B5EF4-FFF2-40B4-BE49-F238E27FC236}">
                <a16:creationId xmlns:a16="http://schemas.microsoft.com/office/drawing/2014/main" id="{0210E423-C142-E74E-B5E7-0504A4F8B156}"/>
              </a:ext>
            </a:extLst>
          </p:cNvPr>
          <p:cNvCxnSpPr>
            <a:stCxn id="16" idx="2"/>
            <a:endCxn id="10" idx="0"/>
          </p:cNvCxnSpPr>
          <p:nvPr/>
        </p:nvCxnSpPr>
        <p:spPr>
          <a:xfrm>
            <a:off x="6512441" y="1142336"/>
            <a:ext cx="0" cy="360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8" name="Connecteur droit avec flèche 2077">
            <a:extLst>
              <a:ext uri="{FF2B5EF4-FFF2-40B4-BE49-F238E27FC236}">
                <a16:creationId xmlns:a16="http://schemas.microsoft.com/office/drawing/2014/main" id="{7CC7125A-48C5-D66C-86A0-0BB95B017ACB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6512441" y="2444702"/>
            <a:ext cx="0" cy="15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0" name="Connecteur droit avec flèche 2079">
            <a:extLst>
              <a:ext uri="{FF2B5EF4-FFF2-40B4-BE49-F238E27FC236}">
                <a16:creationId xmlns:a16="http://schemas.microsoft.com/office/drawing/2014/main" id="{34FC897E-C110-5C8C-FDA4-8BF29A958378}"/>
              </a:ext>
            </a:extLst>
          </p:cNvPr>
          <p:cNvCxnSpPr>
            <a:stCxn id="17" idx="2"/>
          </p:cNvCxnSpPr>
          <p:nvPr/>
        </p:nvCxnSpPr>
        <p:spPr>
          <a:xfrm>
            <a:off x="6512441" y="3539647"/>
            <a:ext cx="0" cy="157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2" name="Connecteur droit avec flèche 2081">
            <a:extLst>
              <a:ext uri="{FF2B5EF4-FFF2-40B4-BE49-F238E27FC236}">
                <a16:creationId xmlns:a16="http://schemas.microsoft.com/office/drawing/2014/main" id="{89C35931-1AA3-DD2A-0DA5-EA64F328C7CF}"/>
              </a:ext>
            </a:extLst>
          </p:cNvPr>
          <p:cNvCxnSpPr>
            <a:stCxn id="18" idx="2"/>
          </p:cNvCxnSpPr>
          <p:nvPr/>
        </p:nvCxnSpPr>
        <p:spPr>
          <a:xfrm>
            <a:off x="6512441" y="4638971"/>
            <a:ext cx="0" cy="366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F049ED1D-B063-5EF3-6B15-68ACFF0A817F}"/>
              </a:ext>
            </a:extLst>
          </p:cNvPr>
          <p:cNvSpPr txBox="1">
            <a:spLocks/>
          </p:cNvSpPr>
          <p:nvPr/>
        </p:nvSpPr>
        <p:spPr>
          <a:xfrm>
            <a:off x="793590" y="4803686"/>
            <a:ext cx="38622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lnSpc>
                <a:spcPct val="200000"/>
              </a:lnSpc>
              <a:buClr>
                <a:schemeClr val="accent4"/>
              </a:buClr>
              <a:buSzPct val="200000"/>
              <a:defRPr sz="2400">
                <a:latin typeface="+mj-lt"/>
              </a:defRPr>
            </a:lvl1pPr>
            <a:lvl2pPr marL="800100" lvl="1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j-lt"/>
              </a:defRPr>
            </a:lvl2pPr>
            <a:lvl3pPr indent="0">
              <a:spcBef>
                <a:spcPct val="20000"/>
              </a:spcBef>
              <a:buSzPct val="50000"/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3pPr>
            <a:lvl4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4pPr>
            <a:lvl5pPr indent="0">
              <a:spcBef>
                <a:spcPct val="20000"/>
              </a:spcBef>
              <a:buFont typeface="Arial" panose="020B0604020202020204" pitchFamily="34" charset="0"/>
              <a:buNone/>
              <a:defRPr sz="1400">
                <a:solidFill>
                  <a:srgbClr val="3C3C3C"/>
                </a:soli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lvl="1" indent="0">
              <a:buNone/>
            </a:pPr>
            <a:r>
              <a:rPr lang="fr-FR" dirty="0"/>
              <a:t>Architecture en couches</a:t>
            </a:r>
          </a:p>
          <a:p>
            <a:pPr marL="0" lvl="1" indent="0">
              <a:buNone/>
            </a:pPr>
            <a:endParaRPr lang="fr-FR" sz="1000" dirty="0"/>
          </a:p>
          <a:p>
            <a:pPr marL="342900" lvl="1"/>
            <a:r>
              <a:rPr lang="fr-FR" dirty="0"/>
              <a:t>Contrôler : DTO</a:t>
            </a:r>
          </a:p>
          <a:p>
            <a:pPr marL="342900" lvl="1"/>
            <a:r>
              <a:rPr lang="fr-FR" dirty="0">
                <a:sym typeface="Wingdings" panose="05000000000000000000" pitchFamily="2" charset="2"/>
              </a:rPr>
              <a:t>Service : Bean</a:t>
            </a:r>
          </a:p>
          <a:p>
            <a:pPr marL="342900" lvl="1"/>
            <a:r>
              <a:rPr lang="fr-FR" dirty="0"/>
              <a:t>Persistance : </a:t>
            </a:r>
            <a:r>
              <a:rPr lang="fr-FR" dirty="0">
                <a:sym typeface="Wingdings" panose="05000000000000000000" pitchFamily="2" charset="2"/>
              </a:rPr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941532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3318063" cy="2628989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UPDATE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Couche Contrôler</a:t>
            </a:r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BudgetStructureControler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Image 6" descr="Une image contenant Graphique, texte, graphisme, Police&#10;&#10;Description générée automatiquement">
            <a:extLst>
              <a:ext uri="{FF2B5EF4-FFF2-40B4-BE49-F238E27FC236}">
                <a16:creationId xmlns:a16="http://schemas.microsoft.com/office/drawing/2014/main" id="{5D893688-AC24-9A65-FAA1-AE25D221A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5380325"/>
            <a:ext cx="1184022" cy="592011"/>
          </a:xfrm>
          <a:prstGeom prst="rect">
            <a:avLst/>
          </a:prstGeom>
        </p:spPr>
      </p:pic>
      <p:pic>
        <p:nvPicPr>
          <p:cNvPr id="8" name="Image 7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38A64545-C5A0-1C23-630A-D0F73DB8C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68FD99B-B415-8DF4-0171-5C78E2E27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22" y="438817"/>
            <a:ext cx="7054727" cy="581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98DCD9A1-ADE8-327E-52AD-8E31B5575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186453"/>
            <a:ext cx="3342054" cy="79611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API REST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5D25ED2-A5E2-8E8D-75F2-F19B461894EC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40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42434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319719"/>
            <a:ext cx="3342054" cy="662844"/>
          </a:xfrm>
        </p:spPr>
        <p:txBody>
          <a:bodyPr/>
          <a:lstStyle/>
          <a:p>
            <a:r>
              <a:rPr lang="fr-FR" dirty="0"/>
              <a:t>API REST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3587694" cy="2628989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UPDATE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Couche Service</a:t>
            </a:r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BudgetStructureServiceImpl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BF13BF10-45BC-8EFF-C8C0-201B8FA89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385" y="246258"/>
            <a:ext cx="8375875" cy="614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Graphique, texte, graphisme, Police&#10;&#10;Description générée automatiquement">
            <a:extLst>
              <a:ext uri="{FF2B5EF4-FFF2-40B4-BE49-F238E27FC236}">
                <a16:creationId xmlns:a16="http://schemas.microsoft.com/office/drawing/2014/main" id="{E3215348-5A91-C427-7964-4562124EC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5380325"/>
            <a:ext cx="1184022" cy="592011"/>
          </a:xfrm>
          <a:prstGeom prst="rect">
            <a:avLst/>
          </a:prstGeom>
        </p:spPr>
      </p:pic>
      <p:pic>
        <p:nvPicPr>
          <p:cNvPr id="5" name="Image 4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1E3FDAE8-4089-030E-E5B4-2E54C704CE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9AE6816-5CE5-2B5E-A897-70537520D288}"/>
              </a:ext>
            </a:extLst>
          </p:cNvPr>
          <p:cNvCxnSpPr>
            <a:cxnSpLocks/>
          </p:cNvCxnSpPr>
          <p:nvPr/>
        </p:nvCxnSpPr>
        <p:spPr>
          <a:xfrm>
            <a:off x="4061662" y="4294310"/>
            <a:ext cx="13785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F11285BB-CB9E-7FD1-78F5-1F87955A4BCA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41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595727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319719"/>
            <a:ext cx="3342054" cy="662844"/>
          </a:xfrm>
        </p:spPr>
        <p:txBody>
          <a:bodyPr/>
          <a:lstStyle/>
          <a:p>
            <a:r>
              <a:rPr lang="fr-FR" dirty="0"/>
              <a:t>API REST</a:t>
            </a:r>
          </a:p>
        </p:txBody>
      </p:sp>
      <p:pic>
        <p:nvPicPr>
          <p:cNvPr id="4" name="Image 3" descr="Une image contenant Graphique, texte, graphisme, Police&#10;&#10;Description générée automatiquement">
            <a:extLst>
              <a:ext uri="{FF2B5EF4-FFF2-40B4-BE49-F238E27FC236}">
                <a16:creationId xmlns:a16="http://schemas.microsoft.com/office/drawing/2014/main" id="{E3215348-5A91-C427-7964-4562124EC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5380325"/>
            <a:ext cx="1184022" cy="592011"/>
          </a:xfrm>
          <a:prstGeom prst="rect">
            <a:avLst/>
          </a:prstGeom>
        </p:spPr>
      </p:pic>
      <p:pic>
        <p:nvPicPr>
          <p:cNvPr id="5" name="Image 4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1E3FDAE8-4089-030E-E5B4-2E54C704CE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C302E799-6D2B-65D4-D0AB-2FE78E60E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806" y="1054759"/>
            <a:ext cx="7971394" cy="119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EA97A2D-345C-08BA-1BA2-9D70EE5AB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806" y="3560669"/>
            <a:ext cx="753940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72E67C-0905-D979-A5F0-B5BD39364388}"/>
              </a:ext>
            </a:extLst>
          </p:cNvPr>
          <p:cNvSpPr txBox="1">
            <a:spLocks/>
          </p:cNvSpPr>
          <p:nvPr/>
        </p:nvSpPr>
        <p:spPr>
          <a:xfrm>
            <a:off x="4056185" y="2690334"/>
            <a:ext cx="3960878" cy="433762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{...}</a:t>
            </a:r>
            <a:endParaRPr lang="fr-FR" sz="18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91DF0F82-DFC9-DAD2-A67F-6EAFDFDBDB5F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3587694" cy="2628989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UPDATE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Couche Service</a:t>
            </a:r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BudgetStructureServiceImpl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B29FA86-9C8C-F6C7-F47E-B6F2692AD1ED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42</a:t>
            </a:fld>
            <a:endParaRPr lang="fr-FR" b="1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9CA3505-FF4A-575C-361E-807292E1B886}"/>
              </a:ext>
            </a:extLst>
          </p:cNvPr>
          <p:cNvCxnSpPr>
            <a:cxnSpLocks/>
          </p:cNvCxnSpPr>
          <p:nvPr/>
        </p:nvCxnSpPr>
        <p:spPr>
          <a:xfrm>
            <a:off x="6700295" y="1693147"/>
            <a:ext cx="19714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8437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319719"/>
            <a:ext cx="3342054" cy="662844"/>
          </a:xfrm>
        </p:spPr>
        <p:txBody>
          <a:bodyPr/>
          <a:lstStyle/>
          <a:p>
            <a:r>
              <a:rPr lang="fr-FR" dirty="0"/>
              <a:t>API REST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3318063" cy="2628989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UPDATE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Couche Persistance </a:t>
            </a:r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ObjectRepository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" name="Image 5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9C902941-4545-DA2C-7D52-F6FFA16E8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09" y="5478920"/>
            <a:ext cx="1849414" cy="513327"/>
          </a:xfrm>
          <a:prstGeom prst="rect">
            <a:avLst/>
          </a:prstGeom>
        </p:spPr>
      </p:pic>
      <p:pic>
        <p:nvPicPr>
          <p:cNvPr id="8" name="Image 7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38A64545-C5A0-1C23-630A-D0F73DB8C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7CA89A47-6BA0-0354-F274-B71070F8B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142" y="1424413"/>
            <a:ext cx="5656750" cy="340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3AFD46E-AF7E-16FC-E48F-4638179511C0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43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41743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319719"/>
            <a:ext cx="3342054" cy="662844"/>
          </a:xfrm>
        </p:spPr>
        <p:txBody>
          <a:bodyPr/>
          <a:lstStyle/>
          <a:p>
            <a:r>
              <a:rPr lang="fr-FR" dirty="0"/>
              <a:t>API REST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1" y="600490"/>
            <a:ext cx="11152009" cy="2628989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Exemple Requête : </a:t>
            </a:r>
            <a:r>
              <a:rPr lang="fr-FR" sz="2000" b="0" dirty="0"/>
              <a:t>Vérification d’utilisation d’une structure de mesure dans l’application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Couche Persistance </a:t>
            </a:r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StructureRepository</a:t>
            </a:r>
          </a:p>
        </p:txBody>
      </p:sp>
      <p:pic>
        <p:nvPicPr>
          <p:cNvPr id="8" name="Image 7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38A64545-C5A0-1C23-630A-D0F73DB8C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BB36EB18-27AE-EECA-CC87-169354BEC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428" y="1934020"/>
            <a:ext cx="9158882" cy="310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C509E4C-652B-BFAF-E3F0-6D5A217CBB9A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44</a:t>
            </a:fld>
            <a:endParaRPr lang="fr-FR" b="1" dirty="0"/>
          </a:p>
        </p:txBody>
      </p:sp>
      <p:pic>
        <p:nvPicPr>
          <p:cNvPr id="5" name="Image 4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B2F5D055-BCD7-BB03-8D95-EC0569400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09" y="5478920"/>
            <a:ext cx="1849414" cy="51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766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8C4CB-BBFF-4287-B163-73028FDC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3319719"/>
            <a:ext cx="3342054" cy="662844"/>
          </a:xfrm>
        </p:spPr>
        <p:txBody>
          <a:bodyPr/>
          <a:lstStyle/>
          <a:p>
            <a:r>
              <a:rPr lang="fr-FR" dirty="0"/>
              <a:t>API REST</a:t>
            </a:r>
          </a:p>
        </p:txBody>
      </p:sp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CA89D36-190E-1843-E615-30743357D424}"/>
              </a:ext>
            </a:extLst>
          </p:cNvPr>
          <p:cNvSpPr txBox="1">
            <a:spLocks/>
          </p:cNvSpPr>
          <p:nvPr/>
        </p:nvSpPr>
        <p:spPr>
          <a:xfrm>
            <a:off x="163690" y="600490"/>
            <a:ext cx="3599417" cy="2628989"/>
          </a:xfrm>
          <a:prstGeom prst="rect">
            <a:avLst/>
          </a:prstGeom>
        </p:spPr>
        <p:txBody>
          <a:bodyPr/>
          <a:lstStyle>
            <a:lvl1pPr marL="228604" indent="-228604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  <a:defRPr lang="fr-FR" sz="3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241578" indent="-808047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1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Tests unitaires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1800" b="0" i="1" dirty="0">
                <a:solidFill>
                  <a:srgbClr val="3C78D8"/>
                </a:solidFill>
                <a:latin typeface="Montserrat" panose="00000500000000000000" pitchFamily="2" charset="0"/>
              </a:rPr>
              <a:t>BudgetStructureServiceTest</a:t>
            </a:r>
          </a:p>
        </p:txBody>
      </p:sp>
      <p:pic>
        <p:nvPicPr>
          <p:cNvPr id="8" name="Image 7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38A64545-C5A0-1C23-630A-D0F73DB8C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" y="4498025"/>
            <a:ext cx="1184022" cy="662844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D96D0ED0-F4AF-F46C-DD21-4E70A6F64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095" y="1609854"/>
            <a:ext cx="8458756" cy="408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boisson gazeuse, fruit&#10;&#10;Description générée automatiquement">
            <a:extLst>
              <a:ext uri="{FF2B5EF4-FFF2-40B4-BE49-F238E27FC236}">
                <a16:creationId xmlns:a16="http://schemas.microsoft.com/office/drawing/2014/main" id="{EFD54FD9-8564-FEB1-6F8D-394267394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88" y="5263981"/>
            <a:ext cx="1934940" cy="9674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84298C2-4ED4-FF19-8F77-3D95B003A11A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45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5626723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8ADF67-4D43-963D-FA2F-ACF3095572EB}"/>
              </a:ext>
            </a:extLst>
          </p:cNvPr>
          <p:cNvSpPr/>
          <p:nvPr/>
        </p:nvSpPr>
        <p:spPr>
          <a:xfrm>
            <a:off x="335913" y="5412498"/>
            <a:ext cx="1069942" cy="106994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324A76-DC2B-BAFC-4558-DE0BFEA34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Remerciements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14E6502-6E09-EB47-2CD7-BF7F9AD41E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22114" y="1533923"/>
            <a:ext cx="7941995" cy="1097181"/>
          </a:xfrm>
        </p:spPr>
        <p:txBody>
          <a:bodyPr>
            <a:normAutofit fontScale="92500"/>
          </a:bodyPr>
          <a:lstStyle/>
          <a:p>
            <a:r>
              <a:rPr lang="fr-FR" dirty="0"/>
              <a:t>Simon</a:t>
            </a:r>
            <a:r>
              <a:rPr lang="fr-FR" sz="1800" b="0" i="1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fr-FR" dirty="0"/>
              <a:t>ENGELHART, </a:t>
            </a:r>
            <a:r>
              <a:rPr lang="fr-FR" sz="2100" b="0" dirty="0">
                <a:solidFill>
                  <a:srgbClr val="000000"/>
                </a:solidFill>
                <a:latin typeface="Arial" panose="020B0604020202020204" pitchFamily="34" charset="0"/>
              </a:rPr>
              <a:t>mon responsable d’alternance pour mon projet. Merci à lui de m’avoir fait évoluer continuellement via les tâches confiées tout au long de ma période à Virage Group.</a:t>
            </a:r>
          </a:p>
        </p:txBody>
      </p:sp>
      <p:pic>
        <p:nvPicPr>
          <p:cNvPr id="3" name="Espace réservé pour une image  4" descr="Une image contenant personne, joueur, sport, football américain&#10;&#10;Description générée automatiquement">
            <a:extLst>
              <a:ext uri="{FF2B5EF4-FFF2-40B4-BE49-F238E27FC236}">
                <a16:creationId xmlns:a16="http://schemas.microsoft.com/office/drawing/2014/main" id="{6D7BB1FB-3DB5-554F-3B6C-DDCC8538CD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30426" y="-14395"/>
            <a:ext cx="2276793" cy="6484291"/>
          </a:xfrm>
          <a:custGeom>
            <a:avLst/>
            <a:gdLst>
              <a:gd name="connsiteX0" fmla="*/ 0 w 2250091"/>
              <a:gd name="connsiteY0" fmla="*/ 284704 h 6453188"/>
              <a:gd name="connsiteX1" fmla="*/ 284704 w 2250091"/>
              <a:gd name="connsiteY1" fmla="*/ 0 h 6453188"/>
              <a:gd name="connsiteX2" fmla="*/ 1965387 w 2250091"/>
              <a:gd name="connsiteY2" fmla="*/ 0 h 6453188"/>
              <a:gd name="connsiteX3" fmla="*/ 2250091 w 2250091"/>
              <a:gd name="connsiteY3" fmla="*/ 284704 h 6453188"/>
              <a:gd name="connsiteX4" fmla="*/ 2250091 w 2250091"/>
              <a:gd name="connsiteY4" fmla="*/ 6168484 h 6453188"/>
              <a:gd name="connsiteX5" fmla="*/ 1965387 w 2250091"/>
              <a:gd name="connsiteY5" fmla="*/ 6453188 h 6453188"/>
              <a:gd name="connsiteX6" fmla="*/ 284704 w 2250091"/>
              <a:gd name="connsiteY6" fmla="*/ 6453188 h 6453188"/>
              <a:gd name="connsiteX7" fmla="*/ 0 w 2250091"/>
              <a:gd name="connsiteY7" fmla="*/ 6168484 h 6453188"/>
              <a:gd name="connsiteX8" fmla="*/ 0 w 2250091"/>
              <a:gd name="connsiteY8" fmla="*/ 284704 h 6453188"/>
              <a:gd name="connsiteX0" fmla="*/ 0 w 2250091"/>
              <a:gd name="connsiteY0" fmla="*/ 284704 h 6453188"/>
              <a:gd name="connsiteX1" fmla="*/ 284704 w 2250091"/>
              <a:gd name="connsiteY1" fmla="*/ 0 h 6453188"/>
              <a:gd name="connsiteX2" fmla="*/ 1965387 w 2250091"/>
              <a:gd name="connsiteY2" fmla="*/ 0 h 6453188"/>
              <a:gd name="connsiteX3" fmla="*/ 2250091 w 2250091"/>
              <a:gd name="connsiteY3" fmla="*/ 284704 h 6453188"/>
              <a:gd name="connsiteX4" fmla="*/ 2250091 w 2250091"/>
              <a:gd name="connsiteY4" fmla="*/ 6168484 h 6453188"/>
              <a:gd name="connsiteX5" fmla="*/ 1965387 w 2250091"/>
              <a:gd name="connsiteY5" fmla="*/ 6453188 h 6453188"/>
              <a:gd name="connsiteX6" fmla="*/ 284704 w 2250091"/>
              <a:gd name="connsiteY6" fmla="*/ 6453188 h 6453188"/>
              <a:gd name="connsiteX7" fmla="*/ 0 w 2250091"/>
              <a:gd name="connsiteY7" fmla="*/ 6168484 h 6453188"/>
              <a:gd name="connsiteX8" fmla="*/ 0 w 2250091"/>
              <a:gd name="connsiteY8" fmla="*/ 284704 h 6453188"/>
              <a:gd name="connsiteX0" fmla="*/ 0 w 2250091"/>
              <a:gd name="connsiteY0" fmla="*/ 544521 h 6713005"/>
              <a:gd name="connsiteX1" fmla="*/ 1965387 w 2250091"/>
              <a:gd name="connsiteY1" fmla="*/ 259817 h 6713005"/>
              <a:gd name="connsiteX2" fmla="*/ 2250091 w 2250091"/>
              <a:gd name="connsiteY2" fmla="*/ 544521 h 6713005"/>
              <a:gd name="connsiteX3" fmla="*/ 2250091 w 2250091"/>
              <a:gd name="connsiteY3" fmla="*/ 6428301 h 6713005"/>
              <a:gd name="connsiteX4" fmla="*/ 1965387 w 2250091"/>
              <a:gd name="connsiteY4" fmla="*/ 6713005 h 6713005"/>
              <a:gd name="connsiteX5" fmla="*/ 284704 w 2250091"/>
              <a:gd name="connsiteY5" fmla="*/ 6713005 h 6713005"/>
              <a:gd name="connsiteX6" fmla="*/ 0 w 2250091"/>
              <a:gd name="connsiteY6" fmla="*/ 6428301 h 6713005"/>
              <a:gd name="connsiteX7" fmla="*/ 0 w 2250091"/>
              <a:gd name="connsiteY7" fmla="*/ 544521 h 6713005"/>
              <a:gd name="connsiteX0" fmla="*/ 12700 w 2250091"/>
              <a:gd name="connsiteY0" fmla="*/ 456106 h 6912456"/>
              <a:gd name="connsiteX1" fmla="*/ 1965387 w 2250091"/>
              <a:gd name="connsiteY1" fmla="*/ 459268 h 6912456"/>
              <a:gd name="connsiteX2" fmla="*/ 2250091 w 2250091"/>
              <a:gd name="connsiteY2" fmla="*/ 743972 h 6912456"/>
              <a:gd name="connsiteX3" fmla="*/ 2250091 w 2250091"/>
              <a:gd name="connsiteY3" fmla="*/ 6627752 h 6912456"/>
              <a:gd name="connsiteX4" fmla="*/ 1965387 w 2250091"/>
              <a:gd name="connsiteY4" fmla="*/ 6912456 h 6912456"/>
              <a:gd name="connsiteX5" fmla="*/ 284704 w 2250091"/>
              <a:gd name="connsiteY5" fmla="*/ 6912456 h 6912456"/>
              <a:gd name="connsiteX6" fmla="*/ 0 w 2250091"/>
              <a:gd name="connsiteY6" fmla="*/ 6627752 h 6912456"/>
              <a:gd name="connsiteX7" fmla="*/ 12700 w 2250091"/>
              <a:gd name="connsiteY7" fmla="*/ 456106 h 6912456"/>
              <a:gd name="connsiteX0" fmla="*/ 12700 w 2250091"/>
              <a:gd name="connsiteY0" fmla="*/ 622407 h 7078757"/>
              <a:gd name="connsiteX1" fmla="*/ 2250091 w 2250091"/>
              <a:gd name="connsiteY1" fmla="*/ 910273 h 7078757"/>
              <a:gd name="connsiteX2" fmla="*/ 2250091 w 2250091"/>
              <a:gd name="connsiteY2" fmla="*/ 6794053 h 7078757"/>
              <a:gd name="connsiteX3" fmla="*/ 1965387 w 2250091"/>
              <a:gd name="connsiteY3" fmla="*/ 7078757 h 7078757"/>
              <a:gd name="connsiteX4" fmla="*/ 284704 w 2250091"/>
              <a:gd name="connsiteY4" fmla="*/ 7078757 h 7078757"/>
              <a:gd name="connsiteX5" fmla="*/ 0 w 2250091"/>
              <a:gd name="connsiteY5" fmla="*/ 6794053 h 7078757"/>
              <a:gd name="connsiteX6" fmla="*/ 12700 w 2250091"/>
              <a:gd name="connsiteY6" fmla="*/ 622407 h 7078757"/>
              <a:gd name="connsiteX0" fmla="*/ 12700 w 2250091"/>
              <a:gd name="connsiteY0" fmla="*/ 747138 h 7203488"/>
              <a:gd name="connsiteX1" fmla="*/ 2250091 w 2250091"/>
              <a:gd name="connsiteY1" fmla="*/ 759838 h 7203488"/>
              <a:gd name="connsiteX2" fmla="*/ 2250091 w 2250091"/>
              <a:gd name="connsiteY2" fmla="*/ 6918784 h 7203488"/>
              <a:gd name="connsiteX3" fmla="*/ 1965387 w 2250091"/>
              <a:gd name="connsiteY3" fmla="*/ 7203488 h 7203488"/>
              <a:gd name="connsiteX4" fmla="*/ 284704 w 2250091"/>
              <a:gd name="connsiteY4" fmla="*/ 7203488 h 7203488"/>
              <a:gd name="connsiteX5" fmla="*/ 0 w 2250091"/>
              <a:gd name="connsiteY5" fmla="*/ 6918784 h 7203488"/>
              <a:gd name="connsiteX6" fmla="*/ 12700 w 2250091"/>
              <a:gd name="connsiteY6" fmla="*/ 747138 h 7203488"/>
              <a:gd name="connsiteX0" fmla="*/ 12700 w 2250091"/>
              <a:gd name="connsiteY0" fmla="*/ 434411 h 6890761"/>
              <a:gd name="connsiteX1" fmla="*/ 2250091 w 2250091"/>
              <a:gd name="connsiteY1" fmla="*/ 447111 h 6890761"/>
              <a:gd name="connsiteX2" fmla="*/ 2250091 w 2250091"/>
              <a:gd name="connsiteY2" fmla="*/ 6606057 h 6890761"/>
              <a:gd name="connsiteX3" fmla="*/ 1965387 w 2250091"/>
              <a:gd name="connsiteY3" fmla="*/ 6890761 h 6890761"/>
              <a:gd name="connsiteX4" fmla="*/ 284704 w 2250091"/>
              <a:gd name="connsiteY4" fmla="*/ 6890761 h 6890761"/>
              <a:gd name="connsiteX5" fmla="*/ 0 w 2250091"/>
              <a:gd name="connsiteY5" fmla="*/ 6606057 h 6890761"/>
              <a:gd name="connsiteX6" fmla="*/ 12700 w 2250091"/>
              <a:gd name="connsiteY6" fmla="*/ 434411 h 6890761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1163315 h 7619665"/>
              <a:gd name="connsiteX1" fmla="*/ 2250091 w 2250091"/>
              <a:gd name="connsiteY1" fmla="*/ 1176015 h 7619665"/>
              <a:gd name="connsiteX2" fmla="*/ 2250091 w 2250091"/>
              <a:gd name="connsiteY2" fmla="*/ 7334961 h 7619665"/>
              <a:gd name="connsiteX3" fmla="*/ 1965387 w 2250091"/>
              <a:gd name="connsiteY3" fmla="*/ 7619665 h 7619665"/>
              <a:gd name="connsiteX4" fmla="*/ 284704 w 2250091"/>
              <a:gd name="connsiteY4" fmla="*/ 7619665 h 7619665"/>
              <a:gd name="connsiteX5" fmla="*/ 0 w 2250091"/>
              <a:gd name="connsiteY5" fmla="*/ 7334961 h 7619665"/>
              <a:gd name="connsiteX6" fmla="*/ 12700 w 2250091"/>
              <a:gd name="connsiteY6" fmla="*/ 1163315 h 7619665"/>
              <a:gd name="connsiteX0" fmla="*/ 12700 w 2250091"/>
              <a:gd name="connsiteY0" fmla="*/ 560192 h 7016542"/>
              <a:gd name="connsiteX1" fmla="*/ 2250091 w 2250091"/>
              <a:gd name="connsiteY1" fmla="*/ 572892 h 7016542"/>
              <a:gd name="connsiteX2" fmla="*/ 2250091 w 2250091"/>
              <a:gd name="connsiteY2" fmla="*/ 6731838 h 7016542"/>
              <a:gd name="connsiteX3" fmla="*/ 1965387 w 2250091"/>
              <a:gd name="connsiteY3" fmla="*/ 7016542 h 7016542"/>
              <a:gd name="connsiteX4" fmla="*/ 284704 w 2250091"/>
              <a:gd name="connsiteY4" fmla="*/ 7016542 h 7016542"/>
              <a:gd name="connsiteX5" fmla="*/ 0 w 2250091"/>
              <a:gd name="connsiteY5" fmla="*/ 6731838 h 7016542"/>
              <a:gd name="connsiteX6" fmla="*/ 12700 w 2250091"/>
              <a:gd name="connsiteY6" fmla="*/ 560192 h 7016542"/>
              <a:gd name="connsiteX0" fmla="*/ 12700 w 2250091"/>
              <a:gd name="connsiteY0" fmla="*/ 560192 h 7016542"/>
              <a:gd name="connsiteX1" fmla="*/ 2250091 w 2250091"/>
              <a:gd name="connsiteY1" fmla="*/ 572892 h 7016542"/>
              <a:gd name="connsiteX2" fmla="*/ 2250091 w 2250091"/>
              <a:gd name="connsiteY2" fmla="*/ 6731838 h 7016542"/>
              <a:gd name="connsiteX3" fmla="*/ 1965387 w 2250091"/>
              <a:gd name="connsiteY3" fmla="*/ 7016542 h 7016542"/>
              <a:gd name="connsiteX4" fmla="*/ 284704 w 2250091"/>
              <a:gd name="connsiteY4" fmla="*/ 7016542 h 7016542"/>
              <a:gd name="connsiteX5" fmla="*/ 0 w 2250091"/>
              <a:gd name="connsiteY5" fmla="*/ 6731838 h 7016542"/>
              <a:gd name="connsiteX6" fmla="*/ 12700 w 2250091"/>
              <a:gd name="connsiteY6" fmla="*/ 560192 h 7016542"/>
              <a:gd name="connsiteX0" fmla="*/ 12700 w 2250091"/>
              <a:gd name="connsiteY0" fmla="*/ 435326 h 6891676"/>
              <a:gd name="connsiteX1" fmla="*/ 2250091 w 2250091"/>
              <a:gd name="connsiteY1" fmla="*/ 448026 h 6891676"/>
              <a:gd name="connsiteX2" fmla="*/ 2250091 w 2250091"/>
              <a:gd name="connsiteY2" fmla="*/ 6606972 h 6891676"/>
              <a:gd name="connsiteX3" fmla="*/ 1965387 w 2250091"/>
              <a:gd name="connsiteY3" fmla="*/ 6891676 h 6891676"/>
              <a:gd name="connsiteX4" fmla="*/ 284704 w 2250091"/>
              <a:gd name="connsiteY4" fmla="*/ 6891676 h 6891676"/>
              <a:gd name="connsiteX5" fmla="*/ 0 w 2250091"/>
              <a:gd name="connsiteY5" fmla="*/ 6606972 h 6891676"/>
              <a:gd name="connsiteX6" fmla="*/ 12700 w 2250091"/>
              <a:gd name="connsiteY6" fmla="*/ 435326 h 6891676"/>
              <a:gd name="connsiteX0" fmla="*/ 12700 w 2250091"/>
              <a:gd name="connsiteY0" fmla="*/ 0 h 6456350"/>
              <a:gd name="connsiteX1" fmla="*/ 2250091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1625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1625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250091"/>
              <a:gd name="connsiteY0" fmla="*/ 0 h 6456350"/>
              <a:gd name="connsiteX1" fmla="*/ 2245859 w 2250091"/>
              <a:gd name="connsiteY1" fmla="*/ 12700 h 6456350"/>
              <a:gd name="connsiteX2" fmla="*/ 2250091 w 2250091"/>
              <a:gd name="connsiteY2" fmla="*/ 6171646 h 6456350"/>
              <a:gd name="connsiteX3" fmla="*/ 1965387 w 2250091"/>
              <a:gd name="connsiteY3" fmla="*/ 6456350 h 6456350"/>
              <a:gd name="connsiteX4" fmla="*/ 284704 w 2250091"/>
              <a:gd name="connsiteY4" fmla="*/ 6456350 h 6456350"/>
              <a:gd name="connsiteX5" fmla="*/ 0 w 2250091"/>
              <a:gd name="connsiteY5" fmla="*/ 6171646 h 6456350"/>
              <a:gd name="connsiteX6" fmla="*/ 12700 w 2250091"/>
              <a:gd name="connsiteY6" fmla="*/ 0 h 6456350"/>
              <a:gd name="connsiteX0" fmla="*/ 12700 w 2390860"/>
              <a:gd name="connsiteY0" fmla="*/ 0 h 6456350"/>
              <a:gd name="connsiteX1" fmla="*/ 2245859 w 2390860"/>
              <a:gd name="connsiteY1" fmla="*/ 12700 h 6456350"/>
              <a:gd name="connsiteX2" fmla="*/ 1965387 w 2390860"/>
              <a:gd name="connsiteY2" fmla="*/ 6456350 h 6456350"/>
              <a:gd name="connsiteX3" fmla="*/ 284704 w 2390860"/>
              <a:gd name="connsiteY3" fmla="*/ 6456350 h 6456350"/>
              <a:gd name="connsiteX4" fmla="*/ 0 w 2390860"/>
              <a:gd name="connsiteY4" fmla="*/ 6171646 h 6456350"/>
              <a:gd name="connsiteX5" fmla="*/ 12700 w 2390860"/>
              <a:gd name="connsiteY5" fmla="*/ 0 h 6456350"/>
              <a:gd name="connsiteX0" fmla="*/ 12700 w 2483686"/>
              <a:gd name="connsiteY0" fmla="*/ 0 h 6473284"/>
              <a:gd name="connsiteX1" fmla="*/ 2245859 w 2483686"/>
              <a:gd name="connsiteY1" fmla="*/ 12700 h 6473284"/>
              <a:gd name="connsiteX2" fmla="*/ 2232087 w 2483686"/>
              <a:gd name="connsiteY2" fmla="*/ 6473284 h 6473284"/>
              <a:gd name="connsiteX3" fmla="*/ 284704 w 2483686"/>
              <a:gd name="connsiteY3" fmla="*/ 6456350 h 6473284"/>
              <a:gd name="connsiteX4" fmla="*/ 0 w 2483686"/>
              <a:gd name="connsiteY4" fmla="*/ 6171646 h 6473284"/>
              <a:gd name="connsiteX5" fmla="*/ 12700 w 2483686"/>
              <a:gd name="connsiteY5" fmla="*/ 0 h 6473284"/>
              <a:gd name="connsiteX0" fmla="*/ 12700 w 2389032"/>
              <a:gd name="connsiteY0" fmla="*/ 0 h 6473284"/>
              <a:gd name="connsiteX1" fmla="*/ 2245859 w 2389032"/>
              <a:gd name="connsiteY1" fmla="*/ 12700 h 6473284"/>
              <a:gd name="connsiteX2" fmla="*/ 2232087 w 2389032"/>
              <a:gd name="connsiteY2" fmla="*/ 6473284 h 6473284"/>
              <a:gd name="connsiteX3" fmla="*/ 284704 w 2389032"/>
              <a:gd name="connsiteY3" fmla="*/ 6456350 h 6473284"/>
              <a:gd name="connsiteX4" fmla="*/ 0 w 2389032"/>
              <a:gd name="connsiteY4" fmla="*/ 6171646 h 6473284"/>
              <a:gd name="connsiteX5" fmla="*/ 12700 w 2389032"/>
              <a:gd name="connsiteY5" fmla="*/ 0 h 6473284"/>
              <a:gd name="connsiteX0" fmla="*/ 12700 w 2393449"/>
              <a:gd name="connsiteY0" fmla="*/ 0 h 6473284"/>
              <a:gd name="connsiteX1" fmla="*/ 2245859 w 2393449"/>
              <a:gd name="connsiteY1" fmla="*/ 12700 h 6473284"/>
              <a:gd name="connsiteX2" fmla="*/ 2249020 w 2393449"/>
              <a:gd name="connsiteY2" fmla="*/ 6473284 h 6473284"/>
              <a:gd name="connsiteX3" fmla="*/ 284704 w 2393449"/>
              <a:gd name="connsiteY3" fmla="*/ 6456350 h 6473284"/>
              <a:gd name="connsiteX4" fmla="*/ 0 w 2393449"/>
              <a:gd name="connsiteY4" fmla="*/ 6171646 h 6473284"/>
              <a:gd name="connsiteX5" fmla="*/ 12700 w 2393449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54240"/>
              <a:gd name="connsiteY0" fmla="*/ 0 h 6473284"/>
              <a:gd name="connsiteX1" fmla="*/ 2245859 w 2254240"/>
              <a:gd name="connsiteY1" fmla="*/ 12700 h 6473284"/>
              <a:gd name="connsiteX2" fmla="*/ 2249020 w 2254240"/>
              <a:gd name="connsiteY2" fmla="*/ 6473284 h 6473284"/>
              <a:gd name="connsiteX3" fmla="*/ 284704 w 2254240"/>
              <a:gd name="connsiteY3" fmla="*/ 6456350 h 6473284"/>
              <a:gd name="connsiteX4" fmla="*/ 0 w 2254240"/>
              <a:gd name="connsiteY4" fmla="*/ 6171646 h 6473284"/>
              <a:gd name="connsiteX5" fmla="*/ 12700 w 2254240"/>
              <a:gd name="connsiteY5" fmla="*/ 0 h 6473284"/>
              <a:gd name="connsiteX0" fmla="*/ 12700 w 2271453"/>
              <a:gd name="connsiteY0" fmla="*/ 14394 h 6487678"/>
              <a:gd name="connsiteX1" fmla="*/ 2269566 w 2271453"/>
              <a:gd name="connsiteY1" fmla="*/ 0 h 6487678"/>
              <a:gd name="connsiteX2" fmla="*/ 2249020 w 2271453"/>
              <a:gd name="connsiteY2" fmla="*/ 6487678 h 6487678"/>
              <a:gd name="connsiteX3" fmla="*/ 284704 w 2271453"/>
              <a:gd name="connsiteY3" fmla="*/ 6470744 h 6487678"/>
              <a:gd name="connsiteX4" fmla="*/ 0 w 2271453"/>
              <a:gd name="connsiteY4" fmla="*/ 6186040 h 6487678"/>
              <a:gd name="connsiteX5" fmla="*/ 12700 w 2271453"/>
              <a:gd name="connsiteY5" fmla="*/ 14394 h 6487678"/>
              <a:gd name="connsiteX0" fmla="*/ 12700 w 2274431"/>
              <a:gd name="connsiteY0" fmla="*/ 14394 h 6484291"/>
              <a:gd name="connsiteX1" fmla="*/ 2269566 w 2274431"/>
              <a:gd name="connsiteY1" fmla="*/ 0 h 6484291"/>
              <a:gd name="connsiteX2" fmla="*/ 2265953 w 2274431"/>
              <a:gd name="connsiteY2" fmla="*/ 6484291 h 6484291"/>
              <a:gd name="connsiteX3" fmla="*/ 284704 w 2274431"/>
              <a:gd name="connsiteY3" fmla="*/ 6470744 h 6484291"/>
              <a:gd name="connsiteX4" fmla="*/ 0 w 2274431"/>
              <a:gd name="connsiteY4" fmla="*/ 6186040 h 6484291"/>
              <a:gd name="connsiteX5" fmla="*/ 12700 w 2274431"/>
              <a:gd name="connsiteY5" fmla="*/ 14394 h 6484291"/>
              <a:gd name="connsiteX0" fmla="*/ 12700 w 2276793"/>
              <a:gd name="connsiteY0" fmla="*/ 14394 h 6484291"/>
              <a:gd name="connsiteX1" fmla="*/ 2269566 w 2276793"/>
              <a:gd name="connsiteY1" fmla="*/ 0 h 6484291"/>
              <a:gd name="connsiteX2" fmla="*/ 2265953 w 2276793"/>
              <a:gd name="connsiteY2" fmla="*/ 6484291 h 6484291"/>
              <a:gd name="connsiteX3" fmla="*/ 284704 w 2276793"/>
              <a:gd name="connsiteY3" fmla="*/ 6470744 h 6484291"/>
              <a:gd name="connsiteX4" fmla="*/ 0 w 2276793"/>
              <a:gd name="connsiteY4" fmla="*/ 6186040 h 6484291"/>
              <a:gd name="connsiteX5" fmla="*/ 12700 w 2276793"/>
              <a:gd name="connsiteY5" fmla="*/ 14394 h 648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6793" h="6484291">
                <a:moveTo>
                  <a:pt x="12700" y="14394"/>
                </a:moveTo>
                <a:lnTo>
                  <a:pt x="2269566" y="0"/>
                </a:lnTo>
                <a:cubicBezTo>
                  <a:pt x="2277514" y="1376625"/>
                  <a:pt x="2282086" y="5450143"/>
                  <a:pt x="2265953" y="6484291"/>
                </a:cubicBezTo>
                <a:lnTo>
                  <a:pt x="284704" y="6470744"/>
                </a:lnTo>
                <a:cubicBezTo>
                  <a:pt x="127466" y="6470744"/>
                  <a:pt x="0" y="6343278"/>
                  <a:pt x="0" y="6186040"/>
                </a:cubicBezTo>
                <a:cubicBezTo>
                  <a:pt x="4233" y="4128825"/>
                  <a:pt x="4234" y="573009"/>
                  <a:pt x="12700" y="14394"/>
                </a:cubicBezTo>
                <a:close/>
              </a:path>
            </a:pathLst>
          </a:cu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05011737-A37B-1DEA-5E41-243ECA85A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914" y="4114694"/>
            <a:ext cx="1069942" cy="1069942"/>
          </a:xfrm>
          <a:prstGeom prst="rect">
            <a:avLst/>
          </a:prstGeom>
        </p:spPr>
      </p:pic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BF8443C4-7356-336E-5BBE-53E5F81B1806}"/>
              </a:ext>
            </a:extLst>
          </p:cNvPr>
          <p:cNvSpPr txBox="1">
            <a:spLocks/>
          </p:cNvSpPr>
          <p:nvPr/>
        </p:nvSpPr>
        <p:spPr>
          <a:xfrm>
            <a:off x="1622114" y="4204525"/>
            <a:ext cx="7941993" cy="94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47680" indent="-447680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lang="fr-FR"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5851" indent="-269879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 lang="fr-FR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433531" indent="-268291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 lang="fr-FR" sz="180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Toute l’équipe Virage, </a:t>
            </a:r>
            <a:r>
              <a:rPr lang="fr-FR" sz="2100" b="0" dirty="0">
                <a:solidFill>
                  <a:srgbClr val="000000"/>
                </a:solidFill>
                <a:latin typeface="Arial" panose="020B0604020202020204" pitchFamily="34" charset="0"/>
              </a:rPr>
              <a:t>pour leurs solutions performantes  mais aussi et surtout pour leur accueil. 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A6F41ED1-EFF5-0531-4588-6FA923EB42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914" y="2816890"/>
            <a:ext cx="1069942" cy="1069942"/>
          </a:xfrm>
          <a:prstGeom prst="rect">
            <a:avLst/>
          </a:prstGeom>
        </p:spPr>
      </p:pic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1E3EFBEC-D7EA-83A4-414B-ACDCB7BC6886}"/>
              </a:ext>
            </a:extLst>
          </p:cNvPr>
          <p:cNvSpPr txBox="1">
            <a:spLocks/>
          </p:cNvSpPr>
          <p:nvPr/>
        </p:nvSpPr>
        <p:spPr>
          <a:xfrm>
            <a:off x="1622114" y="2907038"/>
            <a:ext cx="7941995" cy="889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47680" indent="-447680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lang="fr-FR"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5851" indent="-269879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 lang="fr-FR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433531" indent="-268291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 lang="fr-FR" sz="180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L’équipe dev, </a:t>
            </a:r>
            <a:r>
              <a:rPr lang="fr-FR" sz="2100" b="0" dirty="0">
                <a:solidFill>
                  <a:srgbClr val="000000"/>
                </a:solidFill>
                <a:latin typeface="Arial" panose="020B0604020202020204" pitchFamily="34" charset="0"/>
              </a:rPr>
              <a:t>pour leur aide et leurs conseils précieux tout au long de mon alternance.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9621D45B-89A3-886B-C300-8D30BE6939E3}"/>
              </a:ext>
            </a:extLst>
          </p:cNvPr>
          <p:cNvSpPr txBox="1">
            <a:spLocks/>
          </p:cNvSpPr>
          <p:nvPr/>
        </p:nvSpPr>
        <p:spPr>
          <a:xfrm>
            <a:off x="1622115" y="5696917"/>
            <a:ext cx="7941993" cy="5011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47680" indent="-447680" algn="l" defTabSz="914411" rtl="0" eaLnBrk="1" latinLnBrk="0" hangingPunct="1">
              <a:lnSpc>
                <a:spcPct val="90000"/>
              </a:lnSpc>
              <a:spcBef>
                <a:spcPts val="1001"/>
              </a:spcBef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lang="fr-FR"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5851" indent="-269879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 lang="fr-FR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433531" indent="-268291" algn="l" defTabSz="914411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defRPr lang="fr-FR" sz="180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21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27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32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8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4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9" indent="-228604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membres de ce jury </a:t>
            </a:r>
            <a:r>
              <a:rPr lang="fr-FR" sz="2100" b="0" dirty="0">
                <a:solidFill>
                  <a:srgbClr val="000000"/>
                </a:solidFill>
                <a:latin typeface="Arial" panose="020B0604020202020204" pitchFamily="34" charset="0"/>
              </a:rPr>
              <a:t>pour leur attention.</a:t>
            </a:r>
          </a:p>
        </p:txBody>
      </p:sp>
      <p:pic>
        <p:nvPicPr>
          <p:cNvPr id="1028" name="Picture 4" descr="Jury - Free people icons">
            <a:extLst>
              <a:ext uri="{FF2B5EF4-FFF2-40B4-BE49-F238E27FC236}">
                <a16:creationId xmlns:a16="http://schemas.microsoft.com/office/drawing/2014/main" id="{304237F2-029B-C51E-0678-CA2DDA2E2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73" y="5628758"/>
            <a:ext cx="637421" cy="63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F361BE2-5B9B-6EE3-6DE8-5DA5DB85A28A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46</a:t>
            </a:fld>
            <a:endParaRPr lang="fr-FR" b="1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BD4399D9-3BC7-E0FA-5915-C0FC893AF318}"/>
              </a:ext>
            </a:extLst>
          </p:cNvPr>
          <p:cNvGrpSpPr/>
          <p:nvPr/>
        </p:nvGrpSpPr>
        <p:grpSpPr>
          <a:xfrm>
            <a:off x="335914" y="1512858"/>
            <a:ext cx="1069942" cy="1069942"/>
            <a:chOff x="335914" y="1512858"/>
            <a:chExt cx="1069942" cy="1069942"/>
          </a:xfrm>
        </p:grpSpPr>
        <p:pic>
          <p:nvPicPr>
            <p:cNvPr id="10" name="Graphique 9">
              <a:extLst>
                <a:ext uri="{FF2B5EF4-FFF2-40B4-BE49-F238E27FC236}">
                  <a16:creationId xmlns:a16="http://schemas.microsoft.com/office/drawing/2014/main" id="{021DCBCD-A767-F787-417F-14899C489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5914" y="1512858"/>
              <a:ext cx="1069942" cy="106994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B76E32-E956-258A-B1CF-2FB40ECD257F}"/>
                </a:ext>
              </a:extLst>
            </p:cNvPr>
            <p:cNvSpPr/>
            <p:nvPr/>
          </p:nvSpPr>
          <p:spPr>
            <a:xfrm>
              <a:off x="488950" y="1696049"/>
              <a:ext cx="822325" cy="67250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+mj-lt"/>
              </a:endParaRPr>
            </a:p>
          </p:txBody>
        </p:sp>
        <p:pic>
          <p:nvPicPr>
            <p:cNvPr id="12" name="Graphique 11">
              <a:extLst>
                <a:ext uri="{FF2B5EF4-FFF2-40B4-BE49-F238E27FC236}">
                  <a16:creationId xmlns:a16="http://schemas.microsoft.com/office/drawing/2014/main" id="{DBF14E62-5A41-D1F1-E989-5F6CEF26A5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2585" t="30146" r="53883" b="27123"/>
            <a:stretch/>
          </p:blipFill>
          <p:spPr>
            <a:xfrm>
              <a:off x="666477" y="1807716"/>
              <a:ext cx="358775" cy="4572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08991E-F5B7-5DA0-4677-52F3F9C40FAD}"/>
                </a:ext>
              </a:extLst>
            </p:cNvPr>
            <p:cNvSpPr/>
            <p:nvPr/>
          </p:nvSpPr>
          <p:spPr>
            <a:xfrm>
              <a:off x="942975" y="1755775"/>
              <a:ext cx="158750" cy="304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09112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0F0423-3B79-4966-9249-C2B04504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Vos questions ?</a:t>
            </a:r>
          </a:p>
        </p:txBody>
      </p:sp>
      <p:pic>
        <p:nvPicPr>
          <p:cNvPr id="3" name="Image 2" descr="Une image contenant texte, personne, homme, debout&#10;&#10;Description générée automatiquement">
            <a:extLst>
              <a:ext uri="{FF2B5EF4-FFF2-40B4-BE49-F238E27FC236}">
                <a16:creationId xmlns:a16="http://schemas.microsoft.com/office/drawing/2014/main" id="{4962090C-AA8C-424B-990E-88DEDA87CE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12" y="924273"/>
            <a:ext cx="2632871" cy="534494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BE790E9-FF37-36C6-3C7A-B0F04302B59D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47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5958959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217E055-A5CE-4017-AC0E-583B612C2E5C}"/>
              </a:ext>
            </a:extLst>
          </p:cNvPr>
          <p:cNvCxnSpPr>
            <a:cxnSpLocks/>
          </p:cNvCxnSpPr>
          <p:nvPr/>
        </p:nvCxnSpPr>
        <p:spPr>
          <a:xfrm>
            <a:off x="5689951" y="1804447"/>
            <a:ext cx="0" cy="3249106"/>
          </a:xfrm>
          <a:prstGeom prst="line">
            <a:avLst/>
          </a:prstGeom>
          <a:ln>
            <a:solidFill>
              <a:srgbClr val="D039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que 14">
            <a:extLst>
              <a:ext uri="{FF2B5EF4-FFF2-40B4-BE49-F238E27FC236}">
                <a16:creationId xmlns:a16="http://schemas.microsoft.com/office/drawing/2014/main" id="{5DEBE105-057F-4EB5-87F4-D3509332CA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3642" y="4452353"/>
            <a:ext cx="601200" cy="60120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5F707684-AE7E-42F2-A1A1-1A85BD1F19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3642" y="2687082"/>
            <a:ext cx="601200" cy="601200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32C8E283-8D6C-4C67-B1A3-07A5ADCA1CD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3642" y="3569717"/>
            <a:ext cx="601200" cy="601200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41EDADFA-C574-4BF0-93C5-A7A495E8BA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3642" y="1804447"/>
            <a:ext cx="601200" cy="601200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81E8FCB9-4BFF-4CD9-9586-335B6BABBA75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50406" y="4644953"/>
            <a:ext cx="3417791" cy="216000"/>
          </a:xfrm>
          <a:prstGeom prst="rect">
            <a:avLst/>
          </a:prstGeom>
        </p:spPr>
      </p:pic>
      <p:pic>
        <p:nvPicPr>
          <p:cNvPr id="20" name="Graphique 19">
            <a:hlinkClick r:id="rId12"/>
            <a:extLst>
              <a:ext uri="{FF2B5EF4-FFF2-40B4-BE49-F238E27FC236}">
                <a16:creationId xmlns:a16="http://schemas.microsoft.com/office/drawing/2014/main" id="{4BD7D29A-8FC9-4A4F-8BB3-502DABB9224B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50406" y="2896555"/>
            <a:ext cx="2625231" cy="216000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ED06E126-3DA3-4253-875D-EF56E4323931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50407" y="2033047"/>
            <a:ext cx="1740247" cy="162000"/>
          </a:xfrm>
          <a:prstGeom prst="rect">
            <a:avLst/>
          </a:prstGeom>
        </p:spPr>
      </p:pic>
      <p:pic>
        <p:nvPicPr>
          <p:cNvPr id="22" name="Graphique 21">
            <a:hlinkClick r:id="rId17"/>
            <a:extLst>
              <a:ext uri="{FF2B5EF4-FFF2-40B4-BE49-F238E27FC236}">
                <a16:creationId xmlns:a16="http://schemas.microsoft.com/office/drawing/2014/main" id="{95D6D31D-7236-4631-A294-3D1BAA460A60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150406" y="3762317"/>
            <a:ext cx="2293581" cy="216000"/>
          </a:xfrm>
          <a:prstGeom prst="rect">
            <a:avLst/>
          </a:prstGeom>
        </p:spPr>
      </p:pic>
      <p:pic>
        <p:nvPicPr>
          <p:cNvPr id="23" name="Graphique 22">
            <a:hlinkClick r:id="rId17"/>
            <a:extLst>
              <a:ext uri="{FF2B5EF4-FFF2-40B4-BE49-F238E27FC236}">
                <a16:creationId xmlns:a16="http://schemas.microsoft.com/office/drawing/2014/main" id="{F556B3F2-76D6-4AAE-94F3-2F039CE37114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44372" y="3134600"/>
            <a:ext cx="2666548" cy="68263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FB152A4-9298-E436-99BC-2716DD0D152A}"/>
              </a:ext>
            </a:extLst>
          </p:cNvPr>
          <p:cNvSpPr txBox="1"/>
          <p:nvPr/>
        </p:nvSpPr>
        <p:spPr>
          <a:xfrm>
            <a:off x="0" y="6488668"/>
            <a:ext cx="46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D2331C1-EA91-4875-883C-036F11E9A636}" type="slidenum">
              <a:rPr lang="fr-FR" b="1" smtClean="0"/>
              <a:t>48</a:t>
            </a:fld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09366091"/>
      </p:ext>
    </p:extLst>
  </p:cSld>
  <p:clrMapOvr>
    <a:masterClrMapping/>
  </p:clrMapOvr>
</p:sld>
</file>

<file path=ppt/theme/theme1.xml><?xml version="1.0" encoding="utf-8"?>
<a:theme xmlns:a="http://schemas.openxmlformats.org/drawingml/2006/main" name="VIRAGE-2021-Ref-1">
  <a:themeElements>
    <a:clrScheme name="Personnalisé 1">
      <a:dk1>
        <a:srgbClr val="3C3C3C"/>
      </a:dk1>
      <a:lt1>
        <a:srgbClr val="FFFFFF"/>
      </a:lt1>
      <a:dk2>
        <a:srgbClr val="6F6F6F"/>
      </a:dk2>
      <a:lt2>
        <a:srgbClr val="B2B2B2"/>
      </a:lt2>
      <a:accent1>
        <a:srgbClr val="E6007E"/>
      </a:accent1>
      <a:accent2>
        <a:srgbClr val="F8CA12"/>
      </a:accent2>
      <a:accent3>
        <a:srgbClr val="FACB01"/>
      </a:accent3>
      <a:accent4>
        <a:srgbClr val="3C4797"/>
      </a:accent4>
      <a:accent5>
        <a:srgbClr val="5B83C2"/>
      </a:accent5>
      <a:accent6>
        <a:srgbClr val="E6007E"/>
      </a:accent6>
      <a:hlink>
        <a:srgbClr val="0070C0"/>
      </a:hlink>
      <a:folHlink>
        <a:srgbClr val="0070C0"/>
      </a:folHlink>
    </a:clrScheme>
    <a:fontScheme name="Personnalisé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mbre extrême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IRAGE-2021-Ref-1" id="{C046E543-595E-44AF-B8EA-19281B836CF0}" vid="{9A9E34A5-78C8-47A0-BAB5-58D099021953}"/>
    </a:ext>
  </a:extLst>
</a:theme>
</file>

<file path=ppt/theme/theme2.xml><?xml version="1.0" encoding="utf-8"?>
<a:theme xmlns:a="http://schemas.openxmlformats.org/drawingml/2006/main" name="1_Sommaire">
  <a:themeElements>
    <a:clrScheme name="Personnalisé 1">
      <a:dk1>
        <a:srgbClr val="3C3C3C"/>
      </a:dk1>
      <a:lt1>
        <a:srgbClr val="FFFFFF"/>
      </a:lt1>
      <a:dk2>
        <a:srgbClr val="6F6F6F"/>
      </a:dk2>
      <a:lt2>
        <a:srgbClr val="B2B2B2"/>
      </a:lt2>
      <a:accent1>
        <a:srgbClr val="E6007E"/>
      </a:accent1>
      <a:accent2>
        <a:srgbClr val="F8CA12"/>
      </a:accent2>
      <a:accent3>
        <a:srgbClr val="FACB01"/>
      </a:accent3>
      <a:accent4>
        <a:srgbClr val="3C4797"/>
      </a:accent4>
      <a:accent5>
        <a:srgbClr val="5B83C2"/>
      </a:accent5>
      <a:accent6>
        <a:srgbClr val="E6007E"/>
      </a:accent6>
      <a:hlink>
        <a:srgbClr val="0070C0"/>
      </a:hlink>
      <a:folHlink>
        <a:srgbClr val="0070C0"/>
      </a:folHlink>
    </a:clrScheme>
    <a:fontScheme name="Personnalisé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mbre extrême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20A88516499C48A1EDBF683D9FBFD3" ma:contentTypeVersion="4" ma:contentTypeDescription="Crée un document." ma:contentTypeScope="" ma:versionID="b24b72f34d243af041b0e8b8e4161d43">
  <xsd:schema xmlns:xsd="http://www.w3.org/2001/XMLSchema" xmlns:xs="http://www.w3.org/2001/XMLSchema" xmlns:p="http://schemas.microsoft.com/office/2006/metadata/properties" xmlns:ns2="abdb9e1c-afc5-4415-9555-c318437e9234" xmlns:ns3="0f4d2a32-56a5-4238-bcc4-f2f41afd62ad" targetNamespace="http://schemas.microsoft.com/office/2006/metadata/properties" ma:root="true" ma:fieldsID="66cf44c2c9a327fa103d50e1e3663727" ns2:_="" ns3:_="">
    <xsd:import namespace="abdb9e1c-afc5-4415-9555-c318437e9234"/>
    <xsd:import namespace="0f4d2a32-56a5-4238-bcc4-f2f41afd6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b9e1c-afc5-4415-9555-c318437e92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4d2a32-56a5-4238-bcc4-f2f41afd62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CBBF71-1A5B-4998-B007-FC08488B8C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db9e1c-afc5-4415-9555-c318437e9234"/>
    <ds:schemaRef ds:uri="0f4d2a32-56a5-4238-bcc4-f2f41afd62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9052FB-CE55-49F1-9C6F-F5F965201E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F250BC-4B1E-45B7-BDCE-5646A22E82C7}">
  <ds:schemaRefs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abdb9e1c-afc5-4415-9555-c318437e923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3087</TotalTime>
  <Words>1130</Words>
  <Application>Microsoft Office PowerPoint</Application>
  <PresentationFormat>Grand écran</PresentationFormat>
  <Paragraphs>411</Paragraphs>
  <Slides>48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48</vt:i4>
      </vt:variant>
    </vt:vector>
  </HeadingPairs>
  <TitlesOfParts>
    <vt:vector size="59" baseType="lpstr">
      <vt:lpstr>AmpleSoft Pro</vt:lpstr>
      <vt:lpstr>Aptos</vt:lpstr>
      <vt:lpstr>Aptos Display</vt:lpstr>
      <vt:lpstr>Aptos ExtraBold</vt:lpstr>
      <vt:lpstr>Arial</vt:lpstr>
      <vt:lpstr>Calibri</vt:lpstr>
      <vt:lpstr>Calibri Light</vt:lpstr>
      <vt:lpstr>Montserrat</vt:lpstr>
      <vt:lpstr>Wingdings</vt:lpstr>
      <vt:lpstr>VIRAGE-2021-Ref-1</vt:lpstr>
      <vt:lpstr>1_Sommaire</vt:lpstr>
      <vt:lpstr>Certification : Présentation orale</vt:lpstr>
      <vt:lpstr>Présentation de l’entreprise</vt:lpstr>
      <vt:lpstr>Virage Group</vt:lpstr>
      <vt:lpstr>Virage Group</vt:lpstr>
      <vt:lpstr>Deux solutions</vt:lpstr>
      <vt:lpstr>Trois modes de commercialisation</vt:lpstr>
      <vt:lpstr>Méthodologie agile</vt:lpstr>
      <vt:lpstr>Technologies</vt:lpstr>
      <vt:lpstr>Le projet de stage</vt:lpstr>
      <vt:lpstr>Le projet de stage</vt:lpstr>
      <vt:lpstr>Contexte</vt:lpstr>
      <vt:lpstr>Modification d’Ares</vt:lpstr>
      <vt:lpstr>Gestion du projet</vt:lpstr>
      <vt:lpstr>Architecture</vt:lpstr>
      <vt:lpstr>Cahier des charges </vt:lpstr>
      <vt:lpstr>Choix technologique</vt:lpstr>
      <vt:lpstr>Maquettes</vt:lpstr>
      <vt:lpstr>Maquettes</vt:lpstr>
      <vt:lpstr>Développement de la solution.</vt:lpstr>
      <vt:lpstr>Base de données</vt:lpstr>
      <vt:lpstr>Ares</vt:lpstr>
      <vt:lpstr>Ares</vt:lpstr>
      <vt:lpstr>Ares</vt:lpstr>
      <vt:lpstr>Ares</vt:lpstr>
      <vt:lpstr>Ares</vt:lpstr>
      <vt:lpstr>Ares</vt:lpstr>
      <vt:lpstr>Organisation développement solution front</vt:lpstr>
      <vt:lpstr>Présentation de la solution</vt:lpstr>
      <vt:lpstr>Solution Front</vt:lpstr>
      <vt:lpstr>Solution Front</vt:lpstr>
      <vt:lpstr>Solution Front</vt:lpstr>
      <vt:lpstr>Solution Front</vt:lpstr>
      <vt:lpstr>Solution Front</vt:lpstr>
      <vt:lpstr>Solution Front</vt:lpstr>
      <vt:lpstr>Solution Front</vt:lpstr>
      <vt:lpstr>Ares</vt:lpstr>
      <vt:lpstr>Complément au projet</vt:lpstr>
      <vt:lpstr>API REST</vt:lpstr>
      <vt:lpstr>API REST</vt:lpstr>
      <vt:lpstr>API REST</vt:lpstr>
      <vt:lpstr>API REST</vt:lpstr>
      <vt:lpstr>API REST</vt:lpstr>
      <vt:lpstr>API REST</vt:lpstr>
      <vt:lpstr>API REST</vt:lpstr>
      <vt:lpstr>API REST</vt:lpstr>
      <vt:lpstr>Remerciements</vt:lpstr>
      <vt:lpstr>Vos questions ?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Vincent DIDENOT</dc:creator>
  <cp:lastModifiedBy>Quentin Verscheure</cp:lastModifiedBy>
  <cp:revision>112</cp:revision>
  <dcterms:created xsi:type="dcterms:W3CDTF">2021-11-24T16:22:09Z</dcterms:created>
  <dcterms:modified xsi:type="dcterms:W3CDTF">2024-06-26T06:22:01Z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0x0101000A20A88516499C48A1EDBF683D9FBFD3</vt:lpwstr>
  </property>
</Properties>
</file>